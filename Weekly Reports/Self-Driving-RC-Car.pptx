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>
        <p:scale>
          <a:sx n="67" d="100"/>
          <a:sy n="67" d="100"/>
        </p:scale>
        <p:origin x="62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pPr/>
            <a:r>
              <a:rPr b="1"/>
              <a:t>Goals for the week</a:t>
            </a:r>
            <a:endParaRPr lang="en-US" dirty="0"/>
          </a:p>
          <a:p>
            <a:pPr lvl="1"/>
            <a:r>
              <a:t>Train the traffic-sign model in TensorFlow on the German dataset (GTSRB) and push the training code to the repo.</a:t>
            </a:r>
          </a:p>
          <a:p>
            <a:pPr/>
            <a:r>
              <a:rPr b="1"/>
              <a:t>Progress for the week</a:t>
            </a:r>
          </a:p>
          <a:p>
            <a:pPr lvl="1"/>
            <a:r>
              <a:t>Trained a CNN on GTSRB, reaching ~95% validation accuracy.</a:t>
            </a:r>
          </a:p>
          <a:p>
            <a:pPr lvl="1"/>
            <a:r>
              <a:t>Committed the trained model (gtsrb_model.keras) and the training script (training.py).</a:t>
            </a:r>
          </a:p>
          <a:p>
            <a:pPr lvl="1"/>
            <a:r>
              <a:t>Set up a Python 3.12 environment (TensorFlow has no wheels for 3.13/3.14 yet).</a:t>
            </a:r>
          </a:p>
          <a:p>
            <a:pPr lvl="1"/>
            <a:r>
              <a:t>Ordered the CR2032 RTC battery and the KIOXIA 128 GB NVMe boot SSD, plus the USB NVMe enclosure to flash it — the enclosure has arrived; the SSD and battery are still in transit.</a:t>
            </a:r>
          </a:p>
          <a:p>
            <a:pPr/>
            <a:r>
              <a:rPr b="1"/>
              <a:t>Goals for next week</a:t>
            </a:r>
          </a:p>
          <a:p>
            <a:pPr lvl="1"/>
            <a:r>
              <a:t>Prepare the LISA dataset (US traffic signs) for training.</a:t>
            </a:r>
          </a:p>
          <a:p>
            <a:pPr/>
            <a:r>
              <a:rPr b="1"/>
              <a:t>Hours spent on progress</a:t>
            </a:r>
          </a:p>
          <a:p>
            <a:pPr lvl="1"/>
            <a:r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Test Ultrasonic Sensor for Distance, Accuracy, and operational range</a:t>
            </a:r>
          </a:p>
          <a:p>
            <a:pPr lvl="1"/>
            <a:r>
              <a:rPr lang="en-US" dirty="0"/>
              <a:t>Research Motor options for Vehicle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Tested Ultrasonic Sensor’s distance readings and measurement accuracy</a:t>
            </a:r>
          </a:p>
          <a:p>
            <a:pPr lvl="1"/>
            <a:r>
              <a:rPr lang="en-US" dirty="0"/>
              <a:t>Researched motors for most optimal option for  vehicle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Select and Order motors</a:t>
            </a:r>
          </a:p>
          <a:p>
            <a:pPr lvl="1"/>
            <a:r>
              <a:rPr lang="en-US" dirty="0"/>
              <a:t>Write code to integrate Ultrasonic Sensor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180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5</cp:revision>
  <dcterms:created xsi:type="dcterms:W3CDTF">2026-09-10T19:13:21Z</dcterms:created>
  <dcterms:modified xsi:type="dcterms:W3CDTF">2026-09-14T19:39:41Z</dcterms:modified>
</cp:coreProperties>
</file>