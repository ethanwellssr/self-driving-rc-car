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A721F44-0F89-2513-F790-DC10E5539F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Self Driving RC Car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58BE3-2195-6F0C-E9CC-BEDF5180D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Ethan Wells</a:t>
            </a:r>
          </a:p>
          <a:p>
            <a:r>
              <a:rPr lang="en-US" dirty="0"/>
              <a:t>Abigail Duran</a:t>
            </a:r>
          </a:p>
          <a:p>
            <a:r>
              <a:rPr lang="en-US" dirty="0"/>
              <a:t>Ethan Bishop</a:t>
            </a:r>
          </a:p>
          <a:p>
            <a:r>
              <a:rPr lang="en-US" dirty="0"/>
              <a:t>Alexis Perez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D259182-6FD3-6E62-0AC1-D7F9A08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Ethan Wells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531B-14FC-040D-A94D-6293C4D3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b="1" dirty="0"/>
              <a:t>Goals for the week</a:t>
            </a:r>
            <a:endParaRPr lang="en-US" dirty="0"/>
          </a:p>
          <a:p>
            <a:pPr lvl="1"/>
            <a:r>
              <a:rPr dirty="0"/>
              <a:t>Train the traffic-sign model in TensorFlow on the German dataset (GTSRB) and push the training code to the repo.</a:t>
            </a:r>
          </a:p>
          <a:p>
            <a:r>
              <a:rPr b="1" dirty="0"/>
              <a:t>Progress for the week</a:t>
            </a:r>
          </a:p>
          <a:p>
            <a:pPr lvl="1"/>
            <a:r>
              <a:rPr dirty="0"/>
              <a:t>Trained a CNN on GTSRB, reaching ~95% validation accuracy.</a:t>
            </a:r>
          </a:p>
          <a:p>
            <a:pPr lvl="1"/>
            <a:r>
              <a:rPr dirty="0"/>
              <a:t>Committed the trained model (</a:t>
            </a:r>
            <a:r>
              <a:rPr dirty="0" err="1"/>
              <a:t>gtsrb_model.keras</a:t>
            </a:r>
            <a:r>
              <a:rPr dirty="0"/>
              <a:t>) and the training script (training.py).</a:t>
            </a:r>
          </a:p>
          <a:p>
            <a:pPr lvl="1"/>
            <a:r>
              <a:rPr dirty="0"/>
              <a:t>Set up a Python 3.12 environment (TensorFlow has no wheels for 3.13/3.14 yet).</a:t>
            </a:r>
          </a:p>
          <a:p>
            <a:pPr lvl="1"/>
            <a:r>
              <a:rPr dirty="0"/>
              <a:t>Ordered the CR2032 RTC battery and the KIOXIA 128 GB </a:t>
            </a:r>
            <a:r>
              <a:rPr dirty="0" err="1"/>
              <a:t>NVMe</a:t>
            </a:r>
            <a:r>
              <a:rPr dirty="0"/>
              <a:t> boot SSD, plus the USB </a:t>
            </a:r>
            <a:r>
              <a:rPr dirty="0" err="1"/>
              <a:t>NVMe</a:t>
            </a:r>
            <a:r>
              <a:rPr dirty="0"/>
              <a:t> enclosure to flash it — the enclosure has arrived; the SSD and battery are still in transit.</a:t>
            </a:r>
          </a:p>
          <a:p>
            <a:r>
              <a:rPr b="1" dirty="0"/>
              <a:t>Goals for next week</a:t>
            </a:r>
          </a:p>
          <a:p>
            <a:pPr lvl="1"/>
            <a:r>
              <a:rPr dirty="0"/>
              <a:t>Prepare the LISA dataset (US traffic signs) for training.</a:t>
            </a:r>
          </a:p>
          <a:p>
            <a:r>
              <a:rPr b="1" dirty="0"/>
              <a:t>Hours spent on progress</a:t>
            </a:r>
          </a:p>
          <a:p>
            <a:pPr lvl="1"/>
            <a:r>
              <a:rPr dirty="0"/>
              <a:t>7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30AEBF44-7FD5-A705-80AC-D5F6B809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Alexis Perez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BF837-7A7D-A6A3-574B-020760331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Goals for the week</a:t>
            </a:r>
          </a:p>
          <a:p>
            <a:pPr lvl="1"/>
            <a:r>
              <a:rPr lang="en-US" dirty="0"/>
              <a:t>Test Ultrasonic Sensor for Distance, Accuracy, and operational range</a:t>
            </a:r>
          </a:p>
          <a:p>
            <a:pPr lvl="1"/>
            <a:r>
              <a:rPr lang="en-US" dirty="0"/>
              <a:t>Research Motor options for Vehicle</a:t>
            </a:r>
          </a:p>
          <a:p>
            <a:r>
              <a:rPr lang="en-US" b="1" dirty="0"/>
              <a:t>Progress for the week</a:t>
            </a:r>
          </a:p>
          <a:p>
            <a:pPr lvl="1"/>
            <a:r>
              <a:rPr lang="en-US" dirty="0"/>
              <a:t>Tested Ultrasonic Sensor’s distance readings and measurement accuracy</a:t>
            </a:r>
          </a:p>
          <a:p>
            <a:pPr lvl="1"/>
            <a:r>
              <a:rPr lang="en-US" dirty="0"/>
              <a:t>Researched motors for most optimal option for  vehicle</a:t>
            </a:r>
          </a:p>
          <a:p>
            <a:r>
              <a:rPr lang="en-US" b="1" dirty="0"/>
              <a:t>Goals for next week</a:t>
            </a:r>
          </a:p>
          <a:p>
            <a:pPr lvl="1"/>
            <a:r>
              <a:rPr lang="en-US" dirty="0"/>
              <a:t>Select and Order motors</a:t>
            </a:r>
          </a:p>
          <a:p>
            <a:pPr lvl="1"/>
            <a:r>
              <a:rPr lang="en-US" dirty="0"/>
              <a:t>Write code to integrate Ultrasonic Sensor onto </a:t>
            </a:r>
            <a:r>
              <a:rPr lang="en-US" dirty="0" err="1"/>
              <a:t>RaspberryPi</a:t>
            </a:r>
            <a:endParaRPr lang="en-US" dirty="0"/>
          </a:p>
          <a:p>
            <a:r>
              <a:rPr lang="en-US" b="1" dirty="0"/>
              <a:t>Hours spent on progress</a:t>
            </a:r>
          </a:p>
          <a:p>
            <a:pPr lvl="1"/>
            <a:r>
              <a:rPr lang="en-US" dirty="0"/>
              <a:t>6 hours.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424A086-AE83-6431-D3A6-AD69F5E4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Ethan Bishop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E5BE-C8C4-DF75-0622-176771985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299294"/>
          </a:xfrm>
        </p:spPr>
        <p:txBody>
          <a:bodyPr>
            <a:normAutofit fontScale="92500" lnSpcReduction="20000"/>
          </a:bodyPr>
          <a:lstStyle/>
          <a:p>
            <a:r>
              <a:rPr b="1" dirty="0"/>
              <a:t>Goals for the week</a:t>
            </a:r>
            <a:endParaRPr lang="en-US" dirty="0"/>
          </a:p>
          <a:p>
            <a:pPr lvl="1"/>
            <a:r>
              <a:rPr lang="en-US" dirty="0"/>
              <a:t>Test IMU for Accuracy</a:t>
            </a:r>
          </a:p>
          <a:p>
            <a:pPr lvl="1"/>
            <a:r>
              <a:rPr lang="en-US" dirty="0"/>
              <a:t>Research Motor Controller options</a:t>
            </a:r>
          </a:p>
          <a:p>
            <a:pPr lvl="1"/>
            <a:r>
              <a:rPr lang="en-US" dirty="0"/>
              <a:t>Set up home 3D printer to test chassis components</a:t>
            </a:r>
          </a:p>
          <a:p>
            <a:r>
              <a:rPr b="1" dirty="0"/>
              <a:t>Progress for the week</a:t>
            </a:r>
          </a:p>
          <a:p>
            <a:pPr lvl="1"/>
            <a:r>
              <a:rPr lang="en-US" dirty="0"/>
              <a:t>Tested IMU for measurement accuracy</a:t>
            </a:r>
          </a:p>
          <a:p>
            <a:pPr lvl="1"/>
            <a:r>
              <a:rPr lang="en-US" dirty="0"/>
              <a:t>Researched Motor Controller for most optimal option</a:t>
            </a:r>
          </a:p>
          <a:p>
            <a:pPr lvl="1"/>
            <a:r>
              <a:rPr lang="en-US" dirty="0"/>
              <a:t>Drying out filament for chassis component testing</a:t>
            </a:r>
          </a:p>
          <a:p>
            <a:r>
              <a:rPr b="1" dirty="0"/>
              <a:t>Goals for next week</a:t>
            </a:r>
          </a:p>
          <a:p>
            <a:pPr lvl="1"/>
            <a:r>
              <a:rPr lang="en-US" dirty="0"/>
              <a:t>Select and </a:t>
            </a:r>
            <a:r>
              <a:rPr lang="en-US"/>
              <a:t>order Motor </a:t>
            </a:r>
            <a:r>
              <a:rPr lang="en-US" dirty="0"/>
              <a:t>Controller</a:t>
            </a:r>
          </a:p>
          <a:p>
            <a:pPr lvl="1"/>
            <a:r>
              <a:rPr lang="en-US" dirty="0"/>
              <a:t>Write code to integrate IMU onto </a:t>
            </a:r>
            <a:r>
              <a:rPr lang="en-US" dirty="0" err="1"/>
              <a:t>RaspberryPi</a:t>
            </a:r>
            <a:endParaRPr lang="en-US" dirty="0"/>
          </a:p>
          <a:p>
            <a:r>
              <a:rPr b="1" dirty="0"/>
              <a:t>Hours spent on progress</a:t>
            </a:r>
          </a:p>
          <a:p>
            <a:pPr lvl="1"/>
            <a:r>
              <a:rPr lang="en-US" dirty="0"/>
              <a:t>6</a:t>
            </a:r>
            <a:r>
              <a:rPr dirty="0"/>
              <a:t>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D259182-6FD3-6E62-0AC1-D7F9A08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Abigail Duran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531B-14FC-040D-A94D-6293C4D3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/>
            <a:r>
              <a:rPr b="1"/>
              <a:t>Goals for the week</a:t>
            </a:r>
            <a:endParaRPr lang="en-US" dirty="0"/>
          </a:p>
          <a:p>
            <a:pPr lvl="1"/>
            <a:r>
              <a:t/>
            </a:r>
          </a:p>
          <a:p>
            <a:pPr/>
            <a:r>
              <a:rPr b="1"/>
              <a:t>Progress for the week</a:t>
            </a:r>
          </a:p>
          <a:p>
            <a:pPr lvl="1"/>
            <a:r>
              <a:t/>
            </a:r>
          </a:p>
          <a:p>
            <a:pPr/>
            <a:r>
              <a:rPr b="1"/>
              <a:t>Goals for next week</a:t>
            </a:r>
          </a:p>
          <a:p>
            <a:pPr lvl="1"/>
            <a:r>
              <a:t/>
            </a:r>
          </a:p>
          <a:p>
            <a:pPr/>
            <a:r>
              <a:rPr b="1"/>
              <a:t>Hours spent on progress</a:t>
            </a:r>
          </a:p>
          <a:p>
            <a:pPr lvl="1"/>
            <a: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286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Self Driving RC Car</vt:lpstr>
      <vt:lpstr>Ethan Wells</vt:lpstr>
      <vt:lpstr>Alexis Perez</vt:lpstr>
      <vt:lpstr>Ethan Bishop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Bishop, Ethan</cp:lastModifiedBy>
  <cp:revision>6</cp:revision>
  <dcterms:created xsi:type="dcterms:W3CDTF">2026-09-10T19:13:21Z</dcterms:created>
  <dcterms:modified xsi:type="dcterms:W3CDTF">2026-09-14T20:13:33Z</dcterms:modified>
</cp:coreProperties>
</file>