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  <p:extLst>
      <p:ext uri="{BB962C8B-B14F-4D97-AF65-F5344CB8AC3E}">
        <p14:creationId xmlns:p14="http://schemas.microsoft.com/office/powerpoint/2010/main" val="2087002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(training.py).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pPr lvl="1"/>
            <a:r>
              <a:rPr dirty="0"/>
              <a:t>Ordered the CR2032 RTC battery and the KIOXIA 128 GB </a:t>
            </a:r>
            <a:r>
              <a:rPr dirty="0" err="1"/>
              <a:t>NVMe</a:t>
            </a:r>
            <a:r>
              <a:rPr dirty="0"/>
              <a:t> boot SSD, plus the USB </a:t>
            </a:r>
            <a:r>
              <a:rPr dirty="0" err="1"/>
              <a:t>NVMe</a:t>
            </a:r>
            <a:r>
              <a:rPr dirty="0"/>
              <a:t> enclosure to flash it — the enclosure has arrived; the SSD and battery are still in transit.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Test Ultrasonic Sensor for Distance, Accuracy, and operational range</a:t>
            </a:r>
          </a:p>
          <a:p>
            <a:pPr lvl="1"/>
            <a:r>
              <a:rPr lang="en-US" dirty="0"/>
              <a:t>Research Motor options for Vehicle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Tested Ultrasonic Sensor’s distance readings and measurement accuracy</a:t>
            </a:r>
          </a:p>
          <a:p>
            <a:pPr lvl="1"/>
            <a:r>
              <a:rPr lang="en-US" dirty="0"/>
              <a:t>Researched motors for most optimal option for  vehicle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Select and Order motors</a:t>
            </a:r>
          </a:p>
          <a:p>
            <a:pPr lvl="1"/>
            <a:r>
              <a:rPr lang="en-US" dirty="0"/>
              <a:t>Write code to integrate Ultrasonic Sensor onto </a:t>
            </a:r>
            <a:r>
              <a:rPr lang="en-US" dirty="0" err="1"/>
              <a:t>RaspberryPi</a:t>
            </a:r>
            <a:endParaRPr lang="en-US" dirty="0"/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61179-12E8-72E0-11E2-D91A146F4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4A086-AE83-6431-D3A6-AD69F5E4D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E5BE-C8C4-DF75-0622-1767719853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 fontScale="925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Test IMU for Accuracy</a:t>
            </a:r>
          </a:p>
          <a:p>
            <a:pPr lvl="1"/>
            <a:r>
              <a:rPr lang="en-US" dirty="0"/>
              <a:t>Research Motor Controller options</a:t>
            </a:r>
          </a:p>
          <a:p>
            <a:pPr lvl="1"/>
            <a:r>
              <a:rPr lang="en-US" dirty="0"/>
              <a:t>Set up home 3D printer to test chassis components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Tested IMU for measurement accuracy</a:t>
            </a:r>
          </a:p>
          <a:p>
            <a:pPr lvl="1"/>
            <a:r>
              <a:rPr lang="en-US" dirty="0"/>
              <a:t>Researched Motor Controller for most optimal option</a:t>
            </a:r>
          </a:p>
          <a:p>
            <a:pPr lvl="1"/>
            <a:r>
              <a:rPr lang="en-US" dirty="0"/>
              <a:t>Drying out filament for chassis component testing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Select and </a:t>
            </a:r>
            <a:r>
              <a:rPr lang="en-US"/>
              <a:t>order Motor </a:t>
            </a:r>
            <a:r>
              <a:rPr lang="en-US" dirty="0"/>
              <a:t>Controller</a:t>
            </a:r>
          </a:p>
          <a:p>
            <a:pPr lvl="1"/>
            <a:r>
              <a:rPr lang="en-US" dirty="0"/>
              <a:t>Write code to integrate IMU onto </a:t>
            </a:r>
            <a:r>
              <a:rPr lang="en-US" dirty="0" err="1"/>
              <a:t>RaspberryPi</a:t>
            </a:r>
            <a:endParaRPr lang="en-US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  <p:extLst>
      <p:ext uri="{BB962C8B-B14F-4D97-AF65-F5344CB8AC3E}">
        <p14:creationId xmlns:p14="http://schemas.microsoft.com/office/powerpoint/2010/main" val="2701754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