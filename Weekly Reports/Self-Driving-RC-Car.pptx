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114" d="100"/>
          <a:sy n="114" d="100"/>
        </p:scale>
        <p:origin x="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21F44-0F89-2513-F790-DC10E5539F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Driving RC Car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58BE3-2195-6F0C-E9CC-BEDF5180D1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Ethan Wells</a:t>
            </a:r>
          </a:p>
          <a:p>
            <a:r>
              <a:rPr lang="en-US" dirty="0"/>
              <a:t>Abigail Duran</a:t>
            </a:r>
          </a:p>
          <a:p>
            <a:r>
              <a:rPr lang="en-US" dirty="0"/>
              <a:t>Ethan Bishop</a:t>
            </a:r>
          </a:p>
          <a:p>
            <a:r>
              <a:rPr lang="en-US" dirty="0"/>
              <a:t>Alexis Perez</a:t>
            </a:r>
          </a:p>
        </p:txBody>
      </p:sp>
    </p:spTree>
    <p:extLst>
      <p:ext uri="{BB962C8B-B14F-4D97-AF65-F5344CB8AC3E}">
        <p14:creationId xmlns:p14="http://schemas.microsoft.com/office/powerpoint/2010/main" val="2087002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dirty="0"/>
              <a:t>Train the traffic-sign model in TensorFlow on the German dataset (GTSRB) and push the training code to the repo.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dirty="0"/>
              <a:t>Trained a CNN on GTSRB, reaching ~95% validation accuracy.</a:t>
            </a:r>
          </a:p>
          <a:p>
            <a:pPr lvl="1"/>
            <a:r>
              <a:rPr dirty="0"/>
              <a:t>Committed the trained model (</a:t>
            </a:r>
            <a:r>
              <a:rPr dirty="0" err="1"/>
              <a:t>gtsrb_model.keras</a:t>
            </a:r>
            <a:r>
              <a:rPr dirty="0"/>
              <a:t>) and the training script (</a:t>
            </a:r>
            <a:r>
              <a:rPr dirty="0" err="1"/>
              <a:t>training.py</a:t>
            </a:r>
            <a:r>
              <a:rPr dirty="0"/>
              <a:t>).</a:t>
            </a:r>
          </a:p>
          <a:p>
            <a:pPr lvl="1"/>
            <a:r>
              <a:rPr dirty="0"/>
              <a:t>Set up a Python 3.12 environment (TensorFlow has no wheels for 3.13/3.14 yet).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dirty="0"/>
              <a:t>Prepare the LISA dataset (US traffic signs) for training.</a:t>
            </a:r>
          </a:p>
          <a:p>
            <a:r>
              <a:rPr b="1" dirty="0"/>
              <a:t>Hours spent on progress</a:t>
            </a:r>
          </a:p>
          <a:p>
            <a:pPr lvl="1"/>
            <a:r>
              <a:rPr dirty="0"/>
              <a:t>7 hours.</a:t>
            </a:r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115</Words>
  <Application>Microsoft Macintosh PowerPoint</Application>
  <PresentationFormat>Widescreen</PresentationFormat>
  <Paragraphs>16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Self Driving RC Car</vt:lpstr>
      <vt:lpstr>Ethan Wells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Wells, Ethan Rhys</cp:lastModifiedBy>
  <cp:revision>3</cp:revision>
  <dcterms:created xsi:type="dcterms:W3CDTF">2026-09-10T19:13:21Z</dcterms:created>
  <dcterms:modified xsi:type="dcterms:W3CDTF">2026-09-10T19:46:08Z</dcterms:modified>
</cp:coreProperties>
</file>