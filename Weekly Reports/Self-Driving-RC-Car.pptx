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70" d="100"/>
          <a:sy n="70" d="100"/>
        </p:scale>
        <p:origin x="5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</a:t>
            </a:r>
            <a:r>
              <a:rPr dirty="0" err="1"/>
              <a:t>training.py</a:t>
            </a:r>
            <a:r>
              <a:rPr dirty="0"/>
              <a:t>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 Slide on Motors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119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Self Driving RC Car</vt:lpstr>
      <vt:lpstr>Ethan Wells</vt:lpstr>
      <vt:lpstr>Test Slide on Motors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4</cp:revision>
  <dcterms:created xsi:type="dcterms:W3CDTF">2026-09-10T19:13:21Z</dcterms:created>
  <dcterms:modified xsi:type="dcterms:W3CDTF">2026-09-10T23:51:36Z</dcterms:modified>
</cp:coreProperties>
</file>