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1F44-0F89-2513-F790-DC10E5539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 Driving RC Car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58BE3-2195-6F0C-E9CC-BEDF5180D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Ethan Wells</a:t>
            </a:r>
          </a:p>
          <a:p>
            <a:r>
              <a:rPr lang="en-US" dirty="0"/>
              <a:t>Abigail Duran</a:t>
            </a:r>
          </a:p>
          <a:p>
            <a:r>
              <a:rPr lang="en-US" dirty="0"/>
              <a:t>Ethan Bishop</a:t>
            </a:r>
          </a:p>
          <a:p>
            <a:r>
              <a:rPr lang="en-US" dirty="0"/>
              <a:t>Alexis Perez</a:t>
            </a:r>
          </a:p>
        </p:txBody>
      </p:sp>
    </p:spTree>
    <p:extLst>
      <p:ext uri="{BB962C8B-B14F-4D97-AF65-F5344CB8AC3E}">
        <p14:creationId xmlns:p14="http://schemas.microsoft.com/office/powerpoint/2010/main" val="2087002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286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Self Driving RC Car</vt:lpstr>
      <vt:lpstr>Ethan Wells</vt:lpstr>
      <vt:lpstr>Alexis Perez</vt:lpstr>
      <vt:lpstr>Ethan Bishop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Bishop, Ethan</cp:lastModifiedBy>
  <cp:revision>6</cp:revision>
  <dcterms:created xsi:type="dcterms:W3CDTF">2026-09-10T19:13:21Z</dcterms:created>
  <dcterms:modified xsi:type="dcterms:W3CDTF">2026-09-14T20:13:33Z</dcterms:modified>
</cp:coreProperties>
</file>