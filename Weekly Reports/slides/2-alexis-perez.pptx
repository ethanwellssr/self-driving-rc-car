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  <p:sldId id="26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8"/>
  </p:normalViewPr>
  <p:slideViewPr>
    <p:cSldViewPr snapToGrid="0">
      <p:cViewPr>
        <p:scale>
          <a:sx n="73" d="100"/>
          <a:sy n="73" d="100"/>
        </p:scale>
        <p:origin x="380" y="-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Alexis Perez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Goals for the week</a:t>
            </a:r>
          </a:p>
          <a:p>
            <a:pPr lvl="1"/>
            <a:r>
              <a:rPr lang="en-US" dirty="0"/>
              <a:t>Implement ultrasonic sensor onto Raspberry Pi </a:t>
            </a:r>
          </a:p>
          <a:p>
            <a:pPr lvl="1"/>
            <a:r>
              <a:rPr lang="en-US" dirty="0"/>
              <a:t>Test motors and motor controller </a:t>
            </a:r>
          </a:p>
          <a:p>
            <a:pPr lvl="1"/>
            <a:r>
              <a:rPr lang="en-US" dirty="0"/>
              <a:t>Research battery/power supply options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Finalized ultrasonic sensor implementation on Raspberry Pi </a:t>
            </a:r>
          </a:p>
          <a:p>
            <a:pPr lvl="1"/>
            <a:r>
              <a:rPr lang="en-US" dirty="0"/>
              <a:t>Tested motors and motor controller for performance </a:t>
            </a:r>
          </a:p>
          <a:p>
            <a:pPr lvl="1"/>
            <a:r>
              <a:rPr lang="en-US" dirty="0"/>
              <a:t>Determined hardware power requirements for future battery/power supply selection</a:t>
            </a:r>
          </a:p>
          <a:p>
            <a:r>
              <a:rPr lang="en-US" b="1" dirty="0"/>
              <a:t>Goals for next week</a:t>
            </a:r>
          </a:p>
          <a:p>
            <a:pPr lvl="1"/>
            <a:r>
              <a:rPr lang="en-US" dirty="0"/>
              <a:t>Select replacement motors/controller if needed </a:t>
            </a:r>
          </a:p>
          <a:p>
            <a:pPr lvl="1"/>
            <a:r>
              <a:rPr lang="en-US" dirty="0"/>
              <a:t>Narrow down battery/power supply options 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7 hours.</a:t>
            </a:r>
          </a:p>
        </p:txBody>
      </p:sp>
    </p:spTree>
    <p:extLst>
      <p:ext uri="{BB962C8B-B14F-4D97-AF65-F5344CB8AC3E}">
        <p14:creationId xmlns:p14="http://schemas.microsoft.com/office/powerpoint/2010/main" val="3566922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EBC18B6-E5C3-4AD1-97A4-E6A3477A0B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685021-91A2-D085-D313-8849798D6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078992"/>
            <a:ext cx="6272784" cy="154533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Ultrasonic Sensor Testing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36A4AB6-B72B-4CC6-ADCF-BE807B6C3D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0392" y="36338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E9B4CCDE-9DCA-D8A6-15AB-9601CC5C06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70"/>
          <a:stretch>
            <a:fillRect/>
          </a:stretch>
        </p:blipFill>
        <p:spPr>
          <a:xfrm>
            <a:off x="7684008" y="2262050"/>
            <a:ext cx="4507992" cy="224028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35D540D-9486-4236-952A-F72DC52D79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1792" y="2935541"/>
            <a:ext cx="62179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C2DB5B6C-3CFB-A33B-9C34-E24E7E974F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3355848"/>
            <a:ext cx="6272784" cy="282549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200" dirty="0"/>
              <a:t>Additional testing for distance readings and range</a:t>
            </a:r>
          </a:p>
          <a:p>
            <a:r>
              <a:rPr lang="en-US" sz="2400" dirty="0"/>
              <a:t>Finalizing ultrasonic sensor implementation on Raspberry Pi</a:t>
            </a:r>
            <a:endParaRPr lang="en-US" sz="2200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0DE7792-39F0-1674-6813-4DB0293F4A6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t="1256" b="17609"/>
          <a:stretch>
            <a:fillRect/>
          </a:stretch>
        </p:blipFill>
        <p:spPr>
          <a:xfrm>
            <a:off x="7684008" y="4595950"/>
            <a:ext cx="4507992" cy="224028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077C99A-E8F4-B5C1-66D0-3A984934576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5395" b="1523"/>
          <a:stretch>
            <a:fillRect/>
          </a:stretch>
        </p:blipFill>
        <p:spPr>
          <a:xfrm>
            <a:off x="7684008" y="21770"/>
            <a:ext cx="4507992" cy="2146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499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FA3FD-36CD-4450-2E36-5487B2DF4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anchor="b">
            <a:normAutofit/>
          </a:bodyPr>
          <a:lstStyle/>
          <a:p>
            <a:r>
              <a:rPr lang="en-US" sz="4000" dirty="0"/>
              <a:t>Motors and Motor Controller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A4C719A-655E-C6BB-7233-3A21AB105F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09" r="6281"/>
          <a:stretch>
            <a:fillRect/>
          </a:stretch>
        </p:blipFill>
        <p:spPr>
          <a:xfrm>
            <a:off x="2" y="1587"/>
            <a:ext cx="6095999" cy="6856413"/>
          </a:xfrm>
          <a:custGeom>
            <a:avLst/>
            <a:gdLst/>
            <a:ahLst/>
            <a:cxnLst/>
            <a:rect l="l" t="t" r="r" b="b"/>
            <a:pathLst>
              <a:path w="6649908" h="6856413">
                <a:moveTo>
                  <a:pt x="0" y="0"/>
                </a:moveTo>
                <a:lnTo>
                  <a:pt x="6559859" y="0"/>
                </a:lnTo>
                <a:lnTo>
                  <a:pt x="6572145" y="79394"/>
                </a:lnTo>
                <a:cubicBezTo>
                  <a:pt x="6857782" y="2230562"/>
                  <a:pt x="6243159" y="4473353"/>
                  <a:pt x="6528796" y="6624522"/>
                </a:cubicBezTo>
                <a:lnTo>
                  <a:pt x="6564680" y="6856413"/>
                </a:lnTo>
                <a:lnTo>
                  <a:pt x="0" y="6856413"/>
                </a:ln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2A1C60F-8669-8937-5F65-ACBA0471C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7734" y="2614612"/>
            <a:ext cx="5291663" cy="3752849"/>
          </a:xfrm>
        </p:spPr>
        <p:txBody>
          <a:bodyPr>
            <a:normAutofit/>
          </a:bodyPr>
          <a:lstStyle/>
          <a:p>
            <a:r>
              <a:rPr lang="en-US" sz="2200" dirty="0"/>
              <a:t>Ordered motors and motor controller</a:t>
            </a:r>
          </a:p>
          <a:p>
            <a:pPr lvl="1"/>
            <a:r>
              <a:rPr lang="en-US" sz="2200" dirty="0"/>
              <a:t>L298N Motor Controller</a:t>
            </a:r>
          </a:p>
          <a:p>
            <a:pPr lvl="1"/>
            <a:r>
              <a:rPr lang="en-US" sz="2200" dirty="0"/>
              <a:t>2x TT-Style DC motors</a:t>
            </a:r>
          </a:p>
          <a:p>
            <a:r>
              <a:rPr lang="en-US" sz="2200" dirty="0"/>
              <a:t>Tested motors/controller for performance</a:t>
            </a:r>
          </a:p>
          <a:p>
            <a:pPr lvl="0"/>
            <a:r>
              <a:rPr lang="en-US" sz="2200" dirty="0"/>
              <a:t>Identified issues with current components </a:t>
            </a:r>
          </a:p>
          <a:p>
            <a:pPr lvl="0"/>
            <a:r>
              <a:rPr lang="en-US" sz="2200" dirty="0"/>
              <a:t>Considering replacement motor/controller options</a:t>
            </a:r>
          </a:p>
        </p:txBody>
      </p:sp>
    </p:spTree>
    <p:extLst>
      <p:ext uri="{BB962C8B-B14F-4D97-AF65-F5344CB8AC3E}">
        <p14:creationId xmlns:p14="http://schemas.microsoft.com/office/powerpoint/2010/main" val="2069986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127</Words>
  <Application>Microsoft Office PowerPoint</Application>
  <PresentationFormat>Widescreen</PresentationFormat>
  <Paragraphs>24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Office Theme</vt:lpstr>
      <vt:lpstr>Alexis Perez</vt:lpstr>
      <vt:lpstr>Ultrasonic Sensor Testing</vt:lpstr>
      <vt:lpstr>Motors and Motor Controller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Perez, Alexis</cp:lastModifiedBy>
  <cp:revision>9</cp:revision>
  <dcterms:created xsi:type="dcterms:W3CDTF">2026-09-10T19:13:21Z</dcterms:created>
  <dcterms:modified xsi:type="dcterms:W3CDTF">2026-09-21T22:40:02Z</dcterms:modified>
</cp:coreProperties>
</file>