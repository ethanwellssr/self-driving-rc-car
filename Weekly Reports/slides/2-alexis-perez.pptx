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8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9180D-72B0-0C13-F230-21B8B8B68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C378E-EE98-1B55-9295-03ABC4ED2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34A12-2077-3E3B-D583-A00728B42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88FBF-057B-A479-DCE6-D7ED58562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7DF4C-4E4F-3108-DB8F-5ACB935DF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8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31FEE-5B09-2330-864B-B72607D00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1C06C-00B4-D7B9-B6C6-CD7712816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24CEA-F28D-B7D5-427E-4CC7DD62D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2C963-C98F-0C85-FBF7-13C0E6DD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2F67A-B033-2932-80B2-46B71C66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A5708-F22F-F62A-CF4E-F30481AE4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8863E-39E4-EC1A-6863-75B737CDA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69DE7-2497-E6E8-3696-1E2DF46D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C25CA-486E-0FC9-2FF8-41F8E6D7E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90060-0374-6222-A5F8-E52287F31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39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B67C1-8848-A8C9-BD04-720AE50AF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A6D0A-9543-76B0-4EDF-CF699CAC6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23278-5B1C-F01A-1440-2BB3B9930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6BAE5-DDFC-22B4-A631-018AAEDE9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3E731-B3C0-F385-A880-4D3A1002F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5E8D2-CD2B-0D84-57C3-5DE99B82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66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A5CB7-7D54-6838-F819-23471EF57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71962-60F9-1C85-E392-990E8B225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42645-00FA-8C8D-1F86-DE7FEF8DF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89ACA2-2971-30A3-5C79-0A10ADA814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5A05D9-9B11-30B9-720D-2414323749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DDA98A-7032-8781-9496-59CB5A78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3B4E98-F221-32D5-3DF0-8E8B9271C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D67C03-E36A-88DE-1B36-11E590CE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51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C65C-0FDF-A6EB-A34A-C07CA3FE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AC3B4-10B3-4D7D-083F-C369B5F6C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5C7DC-0E4D-ED75-4301-A4F622E82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7CEEF8-641C-A099-F5E2-34FE37B24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54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05337-945A-C035-FA8C-6063786DE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891C2-4E0E-CB59-3ACA-891A29BE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13169-DE32-FEBA-4AA2-B660D9264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06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F40ED-DC71-A0CD-3F7F-C0C61AB74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9BA11-C591-7871-A3DF-4AECCF065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9603B-75B3-5707-DBA5-EF296E030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EF9DA-15C7-0612-CB70-C9ED444A8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8C89A-1BB7-8571-AF22-95B709D1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FA3A-AADB-3247-8AB1-AF7E2AB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20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40E19-957F-C15B-3117-98E33BB44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13E2E3-9E87-028C-53BB-A6C06D41A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042E9-97CD-6650-E267-BA8226213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342AD-80E3-360E-9C0A-4D29888A4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8F27E-3794-2C19-8A24-28D863A99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A9699-2492-5007-F8AA-AEDC3B38E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04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EF108-774B-2270-38D4-FEB1AA7D8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5393D-D63A-5579-E9F6-A7F2F6F1A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97CB4-8585-781D-CA8D-7C4BFF812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6CC0-6992-B8E7-EB13-34FFE859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C3D64-9378-E592-75CF-038E7F603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864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952345-DBD5-1365-F4D0-09BA808C44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5E6CC-A3E9-A10D-7AC5-BF3FE04A2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36B43-1715-D9A2-2B60-4BBBB253A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09F1F-EDBD-85FC-8E98-B7DEB8A62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B9C90-2A51-AFA6-3CF2-A8EC2C06B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739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C9D4BC-FC6E-7B20-4BC5-6311FED93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D281F-9F8E-740C-3B8A-60C59CFCE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D0AEE-BF8C-D1EF-A2A9-3EFCEADF80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3CC73-6335-926B-4C9E-B65D5ECB1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751B3-DB78-34D0-A11A-FC441B1B3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45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EBF44-7FD5-A705-80AC-D5F6B809A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Alexis Perez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BF837-7A7D-A6A3-574B-020760331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Goals for the week</a:t>
            </a:r>
          </a:p>
          <a:p>
            <a:pPr lvl="1"/>
            <a:r>
              <a:rPr lang="en-US" dirty="0"/>
              <a:t>Test Ultrasonic Sensor for Distance, Accuracy, and operational range</a:t>
            </a:r>
          </a:p>
          <a:p>
            <a:pPr lvl="1"/>
            <a:r>
              <a:rPr lang="en-US" dirty="0"/>
              <a:t>Research Motor options for Vehicle</a:t>
            </a:r>
          </a:p>
          <a:p>
            <a:r>
              <a:rPr lang="en-US" b="1" dirty="0"/>
              <a:t>Progress for the week</a:t>
            </a:r>
          </a:p>
          <a:p>
            <a:pPr lvl="1"/>
            <a:r>
              <a:rPr lang="en-US" dirty="0"/>
              <a:t>Tested Ultrasonic Sensor’s distance readings and measurement accuracy</a:t>
            </a:r>
          </a:p>
          <a:p>
            <a:pPr lvl="1"/>
            <a:r>
              <a:rPr lang="en-US" dirty="0"/>
              <a:t>Researched motors for most optimal option for  vehicle</a:t>
            </a:r>
          </a:p>
          <a:p>
            <a:r>
              <a:rPr lang="en-US" b="1" dirty="0"/>
              <a:t>Goals for next week</a:t>
            </a:r>
          </a:p>
          <a:p>
            <a:pPr lvl="1"/>
            <a:r>
              <a:rPr lang="en-US" dirty="0"/>
              <a:t>Select and Order motors</a:t>
            </a:r>
          </a:p>
          <a:p>
            <a:pPr lvl="1"/>
            <a:r>
              <a:rPr lang="en-US" dirty="0"/>
              <a:t>Write code to integrate Ultrasonic Sensor onto </a:t>
            </a:r>
            <a:r>
              <a:rPr lang="en-US" dirty="0" err="1"/>
              <a:t>RaspberryPi</a:t>
            </a:r>
            <a:endParaRPr lang="en-US" dirty="0"/>
          </a:p>
          <a:p>
            <a:r>
              <a:rPr lang="en-US" b="1" dirty="0"/>
              <a:t>Hours spent on progress</a:t>
            </a:r>
          </a:p>
          <a:p>
            <a:pPr lvl="1"/>
            <a:r>
              <a:rPr lang="en-US" dirty="0"/>
              <a:t>6 hours.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922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286</Words>
  <Application>Microsoft Office PowerPoint</Application>
  <PresentationFormat>Widescreen</PresentationFormat>
  <Paragraphs>43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Self Driving RC Car</vt:lpstr>
      <vt:lpstr>Ethan Wells</vt:lpstr>
      <vt:lpstr>Alexis Perez</vt:lpstr>
      <vt:lpstr>Ethan Bishop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Wells, Ethan Rhys</dc:creator>
  <cp:lastModifiedBy>Bishop, Ethan</cp:lastModifiedBy>
  <cp:revision>6</cp:revision>
  <dcterms:created xsi:type="dcterms:W3CDTF">2026-09-10T19:13:21Z</dcterms:created>
  <dcterms:modified xsi:type="dcterms:W3CDTF">2026-09-14T20:13:33Z</dcterms:modified>
</cp:coreProperties>
</file>