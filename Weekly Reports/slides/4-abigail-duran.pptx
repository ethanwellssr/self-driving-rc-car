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2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Abigail Duran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62500" lnSpcReduction="20000"/>
          </a:bodyPr>
          <a:lstStyle/>
          <a:p>
            <a:r>
              <a:rPr b="1" dirty="0"/>
              <a:t>Goals for the week</a:t>
            </a:r>
            <a:endParaRPr lang="en-US" b="1" dirty="0"/>
          </a:p>
          <a:p>
            <a:pPr lvl="1"/>
            <a:r>
              <a:rPr lang="en-US" dirty="0"/>
              <a:t>Finalize the list of PCB requirements for the stationary testing system.​</a:t>
            </a:r>
          </a:p>
          <a:p>
            <a:pPr lvl="1"/>
            <a:r>
              <a:rPr lang="en-US" dirty="0"/>
              <a:t>Determine the major components, connections, and power requirements needed for PCB design.​</a:t>
            </a:r>
          </a:p>
          <a:p>
            <a:pPr lvl="1"/>
            <a:endParaRPr lang="en-US" dirty="0"/>
          </a:p>
          <a:p>
            <a:r>
              <a:rPr b="1" dirty="0"/>
              <a:t>Progress for the week</a:t>
            </a:r>
          </a:p>
          <a:p>
            <a:pPr lvl="1"/>
            <a:r>
              <a:rPr lang="en-US" dirty="0"/>
              <a:t>Completed the first-semester schematic for stationary testing of the autonomous car system.​</a:t>
            </a:r>
          </a:p>
          <a:p>
            <a:pPr lvl="1"/>
            <a:r>
              <a:rPr lang="en-US" dirty="0"/>
              <a:t>Built and refined the schematic around the Raspberry Pi Compute Module 5.​</a:t>
            </a:r>
          </a:p>
          <a:p>
            <a:pPr lvl="1"/>
            <a:r>
              <a:rPr lang="en-US" dirty="0"/>
              <a:t>Resolved schematic/ERC issues and prepared the design for PCB development.​</a:t>
            </a:r>
          </a:p>
          <a:p>
            <a:pPr lvl="1"/>
            <a:r>
              <a:rPr lang="en-US" dirty="0"/>
              <a:t>Began hardware prototyping for the stationary testing setup.​</a:t>
            </a:r>
          </a:p>
          <a:p>
            <a:pPr lvl="1"/>
            <a:endParaRPr b="1" dirty="0"/>
          </a:p>
          <a:p>
            <a:r>
              <a:rPr b="1" dirty="0"/>
              <a:t>Goals for next week</a:t>
            </a:r>
          </a:p>
          <a:p>
            <a:pPr lvl="1"/>
            <a:r>
              <a:rPr lang="en-US" dirty="0"/>
              <a:t>Begin the PCB design and layout using the completed schematic.​</a:t>
            </a:r>
          </a:p>
          <a:p>
            <a:pPr lvl="1"/>
            <a:r>
              <a:rPr lang="en-US" dirty="0"/>
              <a:t>Start placing major components and determining board dimensions.​</a:t>
            </a:r>
          </a:p>
          <a:p>
            <a:pPr lvl="1"/>
            <a:r>
              <a:rPr lang="en-US" dirty="0"/>
              <a:t>Begin planning power and signal routing.​</a:t>
            </a:r>
          </a:p>
          <a:p>
            <a:pPr lvl="1"/>
            <a:endParaRPr b="1" dirty="0"/>
          </a:p>
          <a:p>
            <a:r>
              <a:rPr b="1" dirty="0"/>
              <a:t>Hours spent on progress</a:t>
            </a:r>
          </a:p>
          <a:p>
            <a:pPr lvl="1"/>
            <a:r>
              <a:rPr lang="en-US" dirty="0"/>
              <a:t>6 hours​</a:t>
            </a:r>
          </a:p>
          <a:p>
            <a:pPr lvl="1"/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122</Words>
  <Application>Microsoft Macintosh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Abigail Duran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Abigail Duran</cp:lastModifiedBy>
  <cp:revision>7</cp:revision>
  <dcterms:created xsi:type="dcterms:W3CDTF">2026-09-10T19:13:21Z</dcterms:created>
  <dcterms:modified xsi:type="dcterms:W3CDTF">2026-09-14T20:28:19Z</dcterms:modified>
</cp:coreProperties>
</file>