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3"/>
    <p:restoredTop sz="94658"/>
  </p:normalViewPr>
  <p:slideViewPr>
    <p:cSldViewPr snapToGrid="0">
      <p:cViewPr varScale="1">
        <p:scale>
          <a:sx n="90" d="100"/>
          <a:sy n="90" d="100"/>
        </p:scale>
        <p:origin x="21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Successfully connect and communicate with the LCD and camera using the Raspberry Pi Compute Module 5.</a:t>
            </a:r>
          </a:p>
          <a:p>
            <a:pPr lvl="1"/>
            <a:r>
              <a:rPr lang="en-US" dirty="0"/>
              <a:t>Integrate the LCD and camera with the machine learning model to display detected signs and corresponding commands.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Prepared the necessary libraries and software for the LCD1602 RGB module.</a:t>
            </a:r>
          </a:p>
          <a:p>
            <a:pPr lvl="1"/>
            <a:r>
              <a:rPr lang="en-US" dirty="0"/>
              <a:t>Researched camera setup and configuration for the Raspberry Pi Compute Module 5.​​</a:t>
            </a:r>
          </a:p>
          <a:p>
            <a:pPr lvl="1"/>
            <a:r>
              <a:rPr lang="en-US" dirty="0"/>
              <a:t>Identified the steps needed to integrate the camera and LCD with the machine learning model.​​</a:t>
            </a:r>
          </a:p>
          <a:p>
            <a:pPr lvl="1"/>
            <a:endParaRPr b="1" dirty="0"/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Continue hardware testing and verify communication between the Raspberry Pi and all connected components.​​</a:t>
            </a:r>
          </a:p>
          <a:p>
            <a:pPr lvl="1"/>
            <a:r>
              <a:rPr lang="en-US" dirty="0"/>
              <a:t>Determine which components and connections will be included on the final PCB.​</a:t>
            </a:r>
          </a:p>
          <a:p>
            <a:pPr lvl="1"/>
            <a:r>
              <a:rPr lang="en-US" dirty="0"/>
              <a:t>Begin planning the PCB layout, including component placement and board dimensions.​</a:t>
            </a:r>
          </a:p>
          <a:p>
            <a:pPr lvl="1"/>
            <a:r>
              <a:rPr lang="en-US" dirty="0"/>
              <a:t>Begin planning power distribution and signal routing.​</a:t>
            </a:r>
          </a:p>
          <a:p>
            <a:pPr lvl="1"/>
            <a:endParaRPr b="1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4354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116D9E-ADBF-60A7-7851-62D368AC2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4" r="19206" b="2"/>
          <a:stretch>
            <a:fillRect/>
          </a:stretch>
        </p:blipFill>
        <p:spPr>
          <a:xfrm rot="5400000">
            <a:off x="284264" y="594656"/>
            <a:ext cx="5743618" cy="566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6753A2-C47E-DBF7-A118-B7625714F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2" r="22038" b="-2"/>
          <a:stretch>
            <a:fillRect/>
          </a:stretch>
        </p:blipFill>
        <p:spPr>
          <a:xfrm rot="5400000">
            <a:off x="6161012" y="591551"/>
            <a:ext cx="5743618" cy="56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9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145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Abigail Duran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Abigail Duran</cp:lastModifiedBy>
  <cp:revision>9</cp:revision>
  <dcterms:created xsi:type="dcterms:W3CDTF">2026-09-10T19:13:21Z</dcterms:created>
  <dcterms:modified xsi:type="dcterms:W3CDTF">2026-09-23T02:25:03Z</dcterms:modified>
</cp:coreProperties>
</file>