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Successfully connect and communicate with the LCD and camera using the Raspberry Pi Compute Module 5.</a:t>
            </a:r>
          </a:p>
          <a:p>
            <a:pPr lvl="1"/>
            <a:r>
              <a:rPr lang="en-US" dirty="0"/>
              <a:t>Integrate the LCD and camera with the machine learning model to display detected signs and corresponding commands.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Prepared the necessary libraries and software for the LCD1602 RGB module.</a:t>
            </a:r>
          </a:p>
          <a:p>
            <a:pPr lvl="1"/>
            <a:r>
              <a:rPr lang="en-US" dirty="0"/>
              <a:t>Researched camera setup and configuration for the Raspberry Pi Compute Module 5.​​</a:t>
            </a:r>
          </a:p>
          <a:p>
            <a:pPr lvl="1"/>
            <a:r>
              <a:rPr lang="en-US" dirty="0"/>
              <a:t>Identified the steps needed to integrate the camera and LCD with the machine learning model.​​</a:t>
            </a:r>
          </a:p>
          <a:p>
            <a:pPr lvl="1"/>
            <a:endParaRPr b="1" dirty="0"/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Continue hardware testing and verify communication between the Raspberry Pi and all connected components.​​</a:t>
            </a:r>
          </a:p>
          <a:p>
            <a:pPr lvl="1"/>
            <a:r>
              <a:rPr lang="en-US" dirty="0"/>
              <a:t>Determine which components and connections will be included on the final PCB.​</a:t>
            </a:r>
          </a:p>
          <a:p>
            <a:pPr lvl="1"/>
            <a:r>
              <a:rPr lang="en-US" dirty="0"/>
              <a:t>Begin planning the PCB layout, including component placement and board dimensions.​</a:t>
            </a:r>
          </a:p>
          <a:p>
            <a:pPr lvl="1"/>
            <a:r>
              <a:rPr lang="en-US" dirty="0"/>
              <a:t>Begin planning power distribution and signal routing.​</a:t>
            </a:r>
          </a:p>
          <a:p>
            <a:pPr lvl="1"/>
            <a:endParaRPr b="1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145</Words>
  <Application>Microsoft Macintosh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Abigail Duran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8</cp:revision>
  <dcterms:created xsi:type="dcterms:W3CDTF">2026-09-10T19:13:21Z</dcterms:created>
  <dcterms:modified xsi:type="dcterms:W3CDTF">2026-09-22T17:05:11Z</dcterms:modified>
</cp:coreProperties>
</file>