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/>
            <a:r>
              <a:rPr b="1"/>
              <a:t>Goals for the week</a:t>
            </a:r>
            <a:endParaRPr lang="en-US" dirty="0"/>
          </a:p>
          <a:p>
            <a:pPr lvl="1"/>
            <a:r>
              <a:t/>
            </a:r>
          </a:p>
          <a:p>
            <a:pPr/>
            <a:r>
              <a:rPr b="1"/>
              <a:t>Progress for the week</a:t>
            </a:r>
          </a:p>
          <a:p>
            <a:pPr lvl="1"/>
            <a:r>
              <a:t/>
            </a:r>
          </a:p>
          <a:p>
            <a:pPr/>
            <a:r>
              <a:rPr b="1"/>
              <a:t>Goals for next week</a:t>
            </a:r>
          </a:p>
          <a:p>
            <a:pPr lvl="1"/>
            <a:r>
              <a:t/>
            </a:r>
          </a:p>
          <a:p>
            <a:pPr/>
            <a:r>
              <a:rPr b="1"/>
              <a:t>Hours spent on progress</a:t>
            </a:r>
          </a:p>
          <a:p>
            <a:pPr lvl="1"/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