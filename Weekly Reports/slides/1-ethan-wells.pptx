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(training.py).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pPr lvl="1"/>
            <a:r>
              <a:rPr dirty="0"/>
              <a:t>Ordered the CR2032 RTC battery and the KIOXIA 128 GB </a:t>
            </a:r>
            <a:r>
              <a:rPr dirty="0" err="1"/>
              <a:t>NVMe</a:t>
            </a:r>
            <a:r>
              <a:rPr dirty="0"/>
              <a:t> boot SSD, plus the USB </a:t>
            </a:r>
            <a:r>
              <a:rPr dirty="0" err="1"/>
              <a:t>NVMe</a:t>
            </a:r>
            <a:r>
              <a:rPr dirty="0"/>
              <a:t> enclosure to flash it — the enclosure has arrived; the SSD and battery are still in transit.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