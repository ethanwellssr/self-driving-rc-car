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599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10" y="1428750"/>
            <a:ext cx="10702290" cy="4502886"/>
          </a:xfrm>
        </p:spPr>
        <p:txBody>
          <a:bodyPr>
            <a:normAutofit fontScale="625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dirty="0"/>
              <a:t>Prepare the LISA dataset (US traffic signs) for training.</a:t>
            </a:r>
          </a:p>
          <a:p>
            <a:pPr lvl="1"/>
            <a:r>
              <a:rPr dirty="0"/>
              <a:t>Test the trained German-sign (GTSRB) model.</a:t>
            </a:r>
          </a:p>
          <a:p>
            <a:r>
              <a:rPr b="1" dirty="0"/>
              <a:t>Progress for the week</a:t>
            </a:r>
            <a:endParaRPr lang="en-US" dirty="0"/>
          </a:p>
          <a:p>
            <a:pPr lvl="1"/>
            <a:r>
              <a:rPr dirty="0"/>
              <a:t>Neither machine-learning goal was started — getting the CM5 ready for hardware testing took priority so the team has a working board to bench-test sensors on.</a:t>
            </a:r>
          </a:p>
          <a:p>
            <a:pPr lvl="1"/>
            <a:r>
              <a:rPr dirty="0"/>
              <a:t>Assembled the CM5 on the Compute Module 5 IO Board with the ZDE heatsink/PWM fan, CR2032 RTC cell, and 27 W USB-C power supply.</a:t>
            </a:r>
          </a:p>
          <a:p>
            <a:pPr lvl="1"/>
            <a:r>
              <a:rPr dirty="0"/>
              <a:t>Flashed Raspberry Pi OS Lite (64-bit) to the 128 GB KIOXIA NVMe SSD and booted the CM5 from M.2.</a:t>
            </a:r>
          </a:p>
          <a:p>
            <a:pPr lvl="1"/>
            <a:r>
              <a:rPr dirty="0"/>
              <a:t>Brought up headless SSH over the USB Wi-Fi dongle (the CM5 has no onboard wireless).</a:t>
            </a:r>
          </a:p>
          <a:p>
            <a:pPr lvl="1"/>
            <a:r>
              <a:rPr dirty="0"/>
              <a:t>SSH over Wi-Fi was painfully slow; traced it to the dongle’s stock driver and replaced it with a working RTL8188EUS build.</a:t>
            </a:r>
          </a:p>
          <a:p>
            <a:pPr lvl="1"/>
            <a:r>
              <a:rPr dirty="0"/>
              <a:t>Purchased the remaining compute parts: NVMe SSD, USB NVMe enclosure, heatsink + PWM fan, 27 W power supply, CR2032 battery, and TP-Link Wi-Fi dongle.</a:t>
            </a:r>
          </a:p>
          <a:p>
            <a:r>
              <a:rPr b="1" dirty="0"/>
              <a:t>Goals for next week</a:t>
            </a:r>
            <a:endParaRPr lang="en-US" dirty="0"/>
          </a:p>
          <a:p>
            <a:pPr lvl="1"/>
            <a:r>
              <a:rPr dirty="0"/>
              <a:t>Prepare the LISA dataset (US traffic signs) for training.</a:t>
            </a:r>
          </a:p>
          <a:p>
            <a:pPr lvl="1"/>
            <a:r>
              <a:rPr dirty="0"/>
              <a:t>Test the trained German-sign (GTSRB) model.</a:t>
            </a:r>
          </a:p>
          <a:p>
            <a:r>
              <a:rPr b="1" dirty="0"/>
              <a:t>Hours spent on progress</a:t>
            </a:r>
            <a:endParaRPr lang="en-US" dirty="0"/>
          </a:p>
          <a:p>
            <a:pPr lvl="1"/>
            <a:r>
              <a:rPr dirty="0"/>
              <a:t>7 hours.</a:t>
            </a:r>
          </a:p>
        </p:txBody>
      </p:sp>
    </p:spTree>
    <p:extLst>
      <p:ext uri="{BB962C8B-B14F-4D97-AF65-F5344CB8AC3E}">
        <p14:creationId xmlns:p14="http://schemas.microsoft.com/office/powerpoint/2010/main" val="294354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CM5 Bring-Up</a:t>
            </a:r>
          </a:p>
        </p:txBody>
      </p:sp>
      <p:pic>
        <p:nvPicPr>
          <p:cNvPr id="3" name="Picture 2" descr="cm5_io_board_week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27704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9202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 CM5 seated on the Compute Module 5 IO Board</a:t>
            </a:r>
          </a:p>
          <a:p>
            <a:pPr>
              <a:spcAft>
                <a:spcPts val="1000"/>
              </a:spcAft>
            </a:pPr>
            <a:r>
              <a:rPr sz="1800"/>
              <a:t>•  Heatsink + PWM fan, CR2032 RTC cell, 128 GB NVMe SSD in the M.2 slot</a:t>
            </a:r>
          </a:p>
          <a:p>
            <a:pPr>
              <a:spcAft>
                <a:spcPts val="1000"/>
              </a:spcAft>
            </a:pPr>
            <a:r>
              <a:rPr sz="1800"/>
              <a:t>•  Powered by the 27 W USB-C supply; boots Raspberry Pi OS Lite (64-bit) from NVMe</a:t>
            </a:r>
          </a:p>
          <a:p>
            <a:pPr>
              <a:spcAft>
                <a:spcPts val="1000"/>
              </a:spcAft>
            </a:pPr>
            <a:r>
              <a:rPr sz="1800"/>
              <a:t>•  Accessed headless over SSH through the USB Wi-Fi dongle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275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Ethan Wells</vt:lpstr>
      <vt:lpstr>CM5 Bring-Up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Wells, Ethan Rhys</cp:lastModifiedBy>
  <cp:revision>7</cp:revision>
  <dcterms:created xsi:type="dcterms:W3CDTF">2026-09-10T19:13:21Z</dcterms:created>
  <dcterms:modified xsi:type="dcterms:W3CDTF">2026-09-22T20:58:01Z</dcterms:modified>
</cp:coreProperties>
</file>