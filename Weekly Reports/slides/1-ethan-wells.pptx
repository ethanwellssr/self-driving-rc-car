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dirty="0"/>
              <a:t>Train the traffic-sign model in TensorFlow on the German dataset (GTSRB) and push the training code to the repo.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dirty="0"/>
              <a:t>Trained a CNN on GTSRB, reaching ~95% validation accuracy.</a:t>
            </a:r>
          </a:p>
          <a:p>
            <a:pPr lvl="1"/>
            <a:r>
              <a:rPr dirty="0"/>
              <a:t>Committed the trained model (</a:t>
            </a:r>
            <a:r>
              <a:rPr dirty="0" err="1"/>
              <a:t>gtsrb_model.keras</a:t>
            </a:r>
            <a:r>
              <a:rPr dirty="0"/>
              <a:t>) and the training script (training.py).</a:t>
            </a:r>
          </a:p>
          <a:p>
            <a:pPr lvl="1"/>
            <a:r>
              <a:rPr dirty="0"/>
              <a:t>Set up a Python 3.12 environment (TensorFlow has no wheels for 3.13/3.14 yet).</a:t>
            </a:r>
          </a:p>
          <a:p>
            <a:pPr lvl="1"/>
            <a:r>
              <a:rPr dirty="0"/>
              <a:t>Ordered the CR2032 RTC battery and the KIOXIA 128 GB </a:t>
            </a:r>
            <a:r>
              <a:rPr dirty="0" err="1"/>
              <a:t>NVMe</a:t>
            </a:r>
            <a:r>
              <a:rPr dirty="0"/>
              <a:t> boot SSD, plus the USB </a:t>
            </a:r>
            <a:r>
              <a:rPr dirty="0" err="1"/>
              <a:t>NVMe</a:t>
            </a:r>
            <a:r>
              <a:rPr dirty="0"/>
              <a:t> enclosure to flash it — the enclosure has arrived; the SSD and battery are still in transit.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dirty="0"/>
              <a:t>Prepare the LISA dataset (US traffic signs) for training.</a:t>
            </a:r>
          </a:p>
          <a:p>
            <a:pPr lvl="1"/>
            <a:r>
              <a:rPr dirty="0"/>
              <a:t>Test the trained German-sign (GTSRB) model.</a:t>
            </a:r>
          </a:p>
          <a:p>
            <a:r>
              <a:rPr b="1" dirty="0"/>
              <a:t>Hours spent on progress</a:t>
            </a:r>
          </a:p>
          <a:p>
            <a:pPr lvl="1"/>
            <a:r>
              <a:rPr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