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1179-12E8-72E0-11E2-D91A146F4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4A086-AE83-6431-D3A6-AD69F5E4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Bishop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E5BE-C8C4-DF75-0622-176771985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299294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lang="en-US" dirty="0"/>
              <a:t>Test IMU for Accuracy</a:t>
            </a:r>
          </a:p>
          <a:p>
            <a:pPr lvl="1"/>
            <a:r>
              <a:rPr lang="en-US" dirty="0"/>
              <a:t>Research Motor Controller options</a:t>
            </a:r>
          </a:p>
          <a:p>
            <a:pPr lvl="1"/>
            <a:r>
              <a:rPr lang="en-US" dirty="0"/>
              <a:t>Set up home 3D printer to test chassis components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Tested IMU for measurement accuracy</a:t>
            </a:r>
          </a:p>
          <a:p>
            <a:pPr lvl="1"/>
            <a:r>
              <a:rPr lang="en-US" dirty="0"/>
              <a:t>Researched Motor Controller for most optimal option</a:t>
            </a:r>
          </a:p>
          <a:p>
            <a:pPr lvl="1"/>
            <a:r>
              <a:rPr lang="en-US" dirty="0"/>
              <a:t>Drying out filament for chassis component testing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Select and </a:t>
            </a:r>
            <a:r>
              <a:rPr lang="en-US"/>
              <a:t>order Motor </a:t>
            </a:r>
            <a:r>
              <a:rPr lang="en-US" dirty="0"/>
              <a:t>Controller</a:t>
            </a:r>
          </a:p>
          <a:p>
            <a:pPr lvl="1"/>
            <a:r>
              <a:rPr lang="en-US" dirty="0"/>
              <a:t>Write code to integrate IMU onto </a:t>
            </a:r>
            <a:r>
              <a:rPr lang="en-US" dirty="0" err="1"/>
              <a:t>RaspberryPi</a:t>
            </a:r>
            <a:endParaRPr lang="en-US"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</a:t>
            </a:r>
            <a:r>
              <a:rPr dirty="0"/>
              <a:t> hours.</a:t>
            </a:r>
          </a:p>
        </p:txBody>
      </p:sp>
    </p:spTree>
    <p:extLst>
      <p:ext uri="{BB962C8B-B14F-4D97-AF65-F5344CB8AC3E}">
        <p14:creationId xmlns:p14="http://schemas.microsoft.com/office/powerpoint/2010/main" val="270175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