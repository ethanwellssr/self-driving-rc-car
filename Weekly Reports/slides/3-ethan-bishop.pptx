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2" r:id="rId3"/>
    <p:sldId id="263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8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F74E5-A961-0960-D504-80FB9375C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6FC7E-8FDD-2F27-67FA-E2218F392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Bishop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F5DE5-5483-2694-9071-A7F6146E0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299294"/>
          </a:xfrm>
        </p:spPr>
        <p:txBody>
          <a:bodyPr>
            <a:normAutofit fontScale="92500" lnSpcReduction="2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lang="en-US" dirty="0"/>
              <a:t>Test Pi HAT motor controllers</a:t>
            </a:r>
          </a:p>
          <a:p>
            <a:pPr lvl="1"/>
            <a:r>
              <a:rPr lang="en-US" dirty="0"/>
              <a:t>Write code to integrate IMU on to Raspberry Pi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Wrote code for HAT motor controllers to test for operational accuracy</a:t>
            </a:r>
          </a:p>
          <a:p>
            <a:pPr lvl="1"/>
            <a:r>
              <a:rPr lang="en-US" dirty="0"/>
              <a:t>Continue implementing IMU on Raspberry Pi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Finish testing HAT motor controllers</a:t>
            </a:r>
          </a:p>
          <a:p>
            <a:pPr lvl="1"/>
            <a:r>
              <a:rPr lang="en-US" dirty="0"/>
              <a:t>Finish IMU implementation on Raspberry Pi</a:t>
            </a:r>
          </a:p>
          <a:p>
            <a:pPr lvl="1"/>
            <a:r>
              <a:rPr lang="en-US" dirty="0"/>
              <a:t>Research 3D printing </a:t>
            </a:r>
            <a:r>
              <a:rPr lang="en-US" dirty="0" err="1"/>
              <a:t>stl</a:t>
            </a:r>
            <a:r>
              <a:rPr lang="en-US" dirty="0"/>
              <a:t> files for the chassis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</a:t>
            </a:r>
            <a:r>
              <a:rPr dirty="0"/>
              <a:t> hours.</a:t>
            </a:r>
          </a:p>
        </p:txBody>
      </p:sp>
    </p:spTree>
    <p:extLst>
      <p:ext uri="{BB962C8B-B14F-4D97-AF65-F5344CB8AC3E}">
        <p14:creationId xmlns:p14="http://schemas.microsoft.com/office/powerpoint/2010/main" val="2071750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EEEB8-08CD-6129-4FE3-46D75E68E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IMU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0CA42-869D-B9EF-62B2-9195359C5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9011"/>
            <a:ext cx="4359442" cy="4267952"/>
          </a:xfrm>
        </p:spPr>
        <p:txBody>
          <a:bodyPr/>
          <a:lstStyle/>
          <a:p>
            <a:r>
              <a:rPr lang="en-US" dirty="0"/>
              <a:t>Verification of the measurements and directions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965BBB-7C6B-15DF-8F54-B015E4225F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875" r="57368"/>
          <a:stretch>
            <a:fillRect/>
          </a:stretch>
        </p:blipFill>
        <p:spPr>
          <a:xfrm>
            <a:off x="6292516" y="685505"/>
            <a:ext cx="4359442" cy="58073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F298E4A-E172-1F6F-B604-DD9A9E2072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562" t="10881" r="16871" b="22056"/>
          <a:stretch>
            <a:fillRect/>
          </a:stretch>
        </p:blipFill>
        <p:spPr>
          <a:xfrm>
            <a:off x="1540042" y="3287740"/>
            <a:ext cx="3651504" cy="2889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033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8595A-A3F6-ADDB-57AA-2749239B7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Motor Controller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636D0-E227-1A91-601D-A3B381061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5053"/>
            <a:ext cx="5803232" cy="4251910"/>
          </a:xfrm>
        </p:spPr>
        <p:txBody>
          <a:bodyPr/>
          <a:lstStyle/>
          <a:p>
            <a:r>
              <a:rPr lang="en-US" dirty="0"/>
              <a:t>Ordered Pi HAT motor controllers</a:t>
            </a:r>
          </a:p>
          <a:p>
            <a:pPr lvl="1"/>
            <a:r>
              <a:rPr lang="en-US" dirty="0"/>
              <a:t>2WD HAT motor controller</a:t>
            </a:r>
          </a:p>
          <a:p>
            <a:pPr lvl="1"/>
            <a:r>
              <a:rPr lang="en-US" dirty="0"/>
              <a:t>4WD HAT motor controller</a:t>
            </a:r>
          </a:p>
          <a:p>
            <a:r>
              <a:rPr lang="en-US" dirty="0"/>
              <a:t>Made the motor controller code to test for operational accuracy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74271F-2A08-5A7A-C164-9C55E1985D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150" y="736308"/>
            <a:ext cx="4438650" cy="21431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68BB2F-4530-0B18-BCB1-0A1ACC9F5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150" y="2960980"/>
            <a:ext cx="4094187" cy="3531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754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105</Words>
  <Application>Microsoft Office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Ethan Bishop</vt:lpstr>
      <vt:lpstr>IMU Testing</vt:lpstr>
      <vt:lpstr>Motor Controller Testing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7</cp:revision>
  <dcterms:created xsi:type="dcterms:W3CDTF">2026-09-10T19:13:21Z</dcterms:created>
  <dcterms:modified xsi:type="dcterms:W3CDTF">2026-09-23T00:53:56Z</dcterms:modified>
</cp:coreProperties>
</file>