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5"/>
    <p:sldId id="257" r:id="rId4"/>
    <p:sldId id="258" r:id="rId3"/>
    <p:sldId id="259" r:id="rId2"/>
    <p:sldId id="260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28"/>
  </p:normalViewPr>
  <p:slideViewPr>
    <p:cSldViewPr snapToGrid="0">
      <p:cViewPr varScale="1">
        <p:scale>
          <a:sx n="84" d="100"/>
          <a:sy n="84" d="100"/>
        </p:scale>
        <p:origin x="629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4.xml"/><Relationship Id="rId3" Type="http://schemas.openxmlformats.org/officeDocument/2006/relationships/slide" Target="slides/slide3.xml"/><Relationship Id="rId4" Type="http://schemas.openxmlformats.org/officeDocument/2006/relationships/slide" Target="slides/slide2.xml"/><Relationship Id="rId5" Type="http://schemas.openxmlformats.org/officeDocument/2006/relationships/slide" Target="slides/slide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Relationship Id="rId10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09180D-72B0-0C13-F230-21B8B8B683D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D8C378E-EE98-1B55-9295-03ABC4ED2A2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5034A12-2077-3E3B-D583-A00728B42B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A288FBF-057B-A479-DCE6-D7ED585627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8A7DF4C-4E4F-3108-DB8F-5ACB935DF1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528703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831FEE-5B09-2330-864B-B72607D00A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A1C06C-00B4-D7B9-B6C6-CD771281661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A724CEA-F28D-B7D5-427E-4CC7DD62D7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112C963-C98F-0C85-FBF7-13C0E6DD48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6D2F67A-B033-2932-80B2-46B71C666F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1457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4A5708-F22F-F62A-CF4E-F30481AE44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6D8863E-39E4-EC1A-6863-75B737CDAB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7769DE7-2497-E6E8-3696-1E2DF46D85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2CC25CA-486E-0FC9-2FF8-41F8E6D7E9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090060-0374-6222-A5F8-E52287F318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70390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BB67C1-8848-A8C9-BD04-720AE50AF3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BA6D0A-9543-76B0-4EDF-CF699CAC6EF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9C23278-5B1C-F01A-1440-2BB3B993047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A76BAE5-DDFC-22B4-A631-018AAEDE94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5E3E731-B3C0-F385-A880-4D3A1002F0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2D5E8D2-CD2B-0D84-57C3-5DE99B826D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76666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7A5CB7-7D54-6838-F819-23471EF57C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5B71962-60F9-1C85-E392-990E8B225D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5A42645-00FA-8C8D-1F86-DE7FEF8DF23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489ACA2-2971-30A3-5C79-0A10ADA8147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65A05D9-9B11-30B9-720D-2414323749E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9DDA98A-7032-8781-9496-59CB5A784A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63B4E98-F221-32D5-3DF0-8E8B9271CF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DD67C03-E36A-88DE-1B36-11E590CE50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005191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EEC65C-0FDF-A6EB-A34A-C07CA3FEF0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7CAC3B4-10B3-4D7D-083F-C369B5F6CE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535C7DC-0E4D-ED75-4301-A4F622E829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E7CEEF8-641C-A099-F5E2-34FE37B24A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70544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8305337-945A-C035-FA8C-6063786DEF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9D891C2-4E0E-CB59-3ACA-891A29BE43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C13169-DE32-FEBA-4AA2-B660D9264D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29060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4F40ED-DC71-A0CD-3F7F-C0C61AB74C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D9BA11-C591-7871-A3DF-4AECCF06599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349603B-75B3-5707-DBA5-EF296E03094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A7EF9DA-15C7-0612-CB70-C9ED444A8A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048C89A-1BB7-8571-AF22-95B709D1FA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4E8FA3A-AADB-3247-8AB1-AF7E2ABE5F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99200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E40E19-957F-C15B-3117-98E33BB444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213E2E3-9E87-028C-53BB-A6C06D41AC5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4A042E9-97CD-6650-E267-BA82262132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2A342AD-80E3-360E-9C0A-4D29888A4F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D28F27E-3794-2C19-8A24-28D863A998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CA9699-2492-5007-F8AA-AEDC3B38E6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00490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EEF108-774B-2270-38D4-FEB1AA7D8A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075393D-D63A-5579-E9F6-A7F2F6F1AFA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5997CB4-8585-781D-CA8D-7C4BFF812A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D26CC0-6992-B8E7-EB13-34FFE859B5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DC3D64-9378-E592-75CF-038E7F6035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48648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9952345-DBD5-1365-F4D0-09BA808C447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F75E6CC-A3E9-A10D-7AC5-BF3FE04A273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9036B43-1715-D9A2-2B60-4BBBB253A9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0409F1F-EDBD-85FC-8E98-B7DEB8A62C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99B9C90-2A51-AFA6-3CF2-A8EC2C06B0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567398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CC9D4BC-FC6E-7B20-4BC5-6311FED939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4DD281F-9F8E-740C-3B8A-60C59CFCEDC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1D0AEE-BF8C-D1EF-A2A9-3EFCEADF80D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52E6B35-DAD5-CF47-9E65-9CA12B499D8C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F3CC73-6335-926B-4C9E-B65D5ECB117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F751B3-DB78-34D0-A11A-FC441B1B367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42458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>
            <a:extLst>
              <a:ext uri="{FF2B5EF4-FFF2-40B4-BE49-F238E27FC236}">
                <a16:creationId xmlns:a16="http://schemas.microsoft.com/office/drawing/2014/main" id="{6A721F44-0F89-2513-F790-DC10E5539FB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Self Driving RC Car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3C58BE3-2195-6F0C-E9CC-BEDF5180D12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Ethan Wells</a:t>
            </a:r>
          </a:p>
          <a:p>
            <a:r>
              <a:rPr lang="en-US" dirty="0"/>
              <a:t>Abigail Duran</a:t>
            </a:r>
          </a:p>
          <a:p>
            <a:r>
              <a:rPr lang="en-US" dirty="0"/>
              <a:t>Ethan Bishop</a:t>
            </a:r>
          </a:p>
          <a:p>
            <a:r>
              <a:rPr lang="en-US" dirty="0"/>
              <a:t>Alexis Perez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>
            <a:extLst>
              <a:ext uri="{FF2B5EF4-FFF2-40B4-BE49-F238E27FC236}">
                <a16:creationId xmlns:a16="http://schemas.microsoft.com/office/drawing/2014/main" id="{6D259182-6FD3-6E62-0AC1-D7F9A089FC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Ethan Wells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A8531B-14FC-040D-A94D-6293C4D3F0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0298"/>
            <a:ext cx="10515600" cy="4351338"/>
          </a:xfrm>
        </p:spPr>
        <p:txBody>
          <a:bodyPr>
            <a:normAutofit fontScale="85000" lnSpcReduction="20000"/>
          </a:bodyPr>
          <a:lstStyle/>
          <a:p>
            <a:r>
              <a:rPr b="1" dirty="0"/>
              <a:t>Goals for the week</a:t>
            </a:r>
            <a:endParaRPr lang="en-US" dirty="0"/>
          </a:p>
          <a:p>
            <a:pPr lvl="1"/>
            <a:r>
              <a:rPr dirty="0"/>
              <a:t>Train the traffic-sign model in TensorFlow on the German dataset (GTSRB) and push the training code to the repo.</a:t>
            </a:r>
          </a:p>
          <a:p>
            <a:r>
              <a:rPr b="1" dirty="0"/>
              <a:t>Progress for the week</a:t>
            </a:r>
          </a:p>
          <a:p>
            <a:pPr lvl="1"/>
            <a:r>
              <a:rPr dirty="0"/>
              <a:t>Trained a CNN on GTSRB, reaching ~95% validation accuracy.</a:t>
            </a:r>
          </a:p>
          <a:p>
            <a:pPr lvl="1"/>
            <a:r>
              <a:rPr dirty="0"/>
              <a:t>Committed the trained model (</a:t>
            </a:r>
            <a:r>
              <a:rPr dirty="0" err="1"/>
              <a:t>gtsrb_model.keras</a:t>
            </a:r>
            <a:r>
              <a:rPr dirty="0"/>
              <a:t>) and the training script (training.py).</a:t>
            </a:r>
          </a:p>
          <a:p>
            <a:pPr lvl="1"/>
            <a:r>
              <a:rPr dirty="0"/>
              <a:t>Set up a Python 3.12 environment (TensorFlow has no wheels for 3.13/3.14 yet).</a:t>
            </a:r>
          </a:p>
          <a:p>
            <a:pPr lvl="1"/>
            <a:r>
              <a:rPr dirty="0"/>
              <a:t>Ordered the CR2032 RTC battery and the KIOXIA 128 GB </a:t>
            </a:r>
            <a:r>
              <a:rPr dirty="0" err="1"/>
              <a:t>NVMe</a:t>
            </a:r>
            <a:r>
              <a:rPr dirty="0"/>
              <a:t> boot SSD, plus the USB </a:t>
            </a:r>
            <a:r>
              <a:rPr dirty="0" err="1"/>
              <a:t>NVMe</a:t>
            </a:r>
            <a:r>
              <a:rPr dirty="0"/>
              <a:t> enclosure to flash it — the enclosure has arrived; the SSD and battery are still in transit.</a:t>
            </a:r>
          </a:p>
          <a:p>
            <a:r>
              <a:rPr b="1" dirty="0"/>
              <a:t>Goals for next week</a:t>
            </a:r>
          </a:p>
          <a:p>
            <a:pPr lvl="1"/>
            <a:r>
              <a:rPr dirty="0"/>
              <a:t>Prepare the LISA dataset (US traffic signs) for training.</a:t>
            </a:r>
          </a:p>
          <a:p>
            <a:r>
              <a:rPr b="1" dirty="0"/>
              <a:t>Hours spent on progress</a:t>
            </a:r>
          </a:p>
          <a:p>
            <a:pPr lvl="1"/>
            <a:r>
              <a:rPr dirty="0"/>
              <a:t>7 hours.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>
            <a:extLst>
              <a:ext uri="{FF2B5EF4-FFF2-40B4-BE49-F238E27FC236}">
                <a16:creationId xmlns:a16="http://schemas.microsoft.com/office/drawing/2014/main" id="{30AEBF44-7FD5-A705-80AC-D5F6B809A4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Alexis Perez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6BF837-7A7D-A6A3-574B-02076033194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b="1" dirty="0"/>
              <a:t>Goals for the week</a:t>
            </a:r>
          </a:p>
          <a:p>
            <a:pPr lvl="1"/>
            <a:r>
              <a:rPr lang="en-US" dirty="0"/>
              <a:t>Test Ultrasonic Sensor for Distance, Accuracy, and operational range</a:t>
            </a:r>
          </a:p>
          <a:p>
            <a:pPr lvl="1"/>
            <a:r>
              <a:rPr lang="en-US" dirty="0"/>
              <a:t>Research Motor options for Vehicle</a:t>
            </a:r>
          </a:p>
          <a:p>
            <a:r>
              <a:rPr lang="en-US" b="1" dirty="0"/>
              <a:t>Progress for the week</a:t>
            </a:r>
          </a:p>
          <a:p>
            <a:pPr lvl="1"/>
            <a:r>
              <a:rPr lang="en-US" dirty="0"/>
              <a:t>Tested Ultrasonic Sensor’s distance readings and measurement accuracy</a:t>
            </a:r>
          </a:p>
          <a:p>
            <a:pPr lvl="1"/>
            <a:r>
              <a:rPr lang="en-US" dirty="0"/>
              <a:t>Researched motors for most optimal option for  vehicle</a:t>
            </a:r>
          </a:p>
          <a:p>
            <a:r>
              <a:rPr lang="en-US" b="1" dirty="0"/>
              <a:t>Goals for next week</a:t>
            </a:r>
          </a:p>
          <a:p>
            <a:pPr lvl="1"/>
            <a:r>
              <a:rPr lang="en-US" dirty="0"/>
              <a:t>Select and Order motors</a:t>
            </a:r>
          </a:p>
          <a:p>
            <a:pPr lvl="1"/>
            <a:r>
              <a:rPr lang="en-US" dirty="0"/>
              <a:t>Write code to integrate Ultrasonic Sensor onto </a:t>
            </a:r>
            <a:r>
              <a:rPr lang="en-US" dirty="0" err="1"/>
              <a:t>RaspberryPi</a:t>
            </a:r>
            <a:endParaRPr lang="en-US" dirty="0"/>
          </a:p>
          <a:p>
            <a:r>
              <a:rPr lang="en-US" b="1" dirty="0"/>
              <a:t>Hours spent on progress</a:t>
            </a:r>
          </a:p>
          <a:p>
            <a:pPr lvl="1"/>
            <a:r>
              <a:rPr lang="en-US" dirty="0"/>
              <a:t>6 hours.</a:t>
            </a:r>
          </a:p>
          <a:p>
            <a:endParaRPr lang="en-US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>
            <a:extLst>
              <a:ext uri="{FF2B5EF4-FFF2-40B4-BE49-F238E27FC236}">
                <a16:creationId xmlns:a16="http://schemas.microsoft.com/office/drawing/2014/main" id="{7424A086-AE83-6431-D3A6-AD69F5E4DA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Ethan Bishop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1CE5BE-C8C4-DF75-0622-1767719853D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0298"/>
            <a:ext cx="10515600" cy="4299294"/>
          </a:xfrm>
        </p:spPr>
        <p:txBody>
          <a:bodyPr>
            <a:normAutofit fontScale="92500" lnSpcReduction="20000"/>
          </a:bodyPr>
          <a:lstStyle/>
          <a:p>
            <a:r>
              <a:rPr b="1" dirty="0"/>
              <a:t>Goals for the week</a:t>
            </a:r>
            <a:endParaRPr lang="en-US" dirty="0"/>
          </a:p>
          <a:p>
            <a:pPr lvl="1"/>
            <a:r>
              <a:rPr lang="en-US" dirty="0"/>
              <a:t>Test IMU for Accuracy</a:t>
            </a:r>
          </a:p>
          <a:p>
            <a:pPr lvl="1"/>
            <a:r>
              <a:rPr lang="en-US" dirty="0"/>
              <a:t>Research Motor Controller options</a:t>
            </a:r>
          </a:p>
          <a:p>
            <a:pPr lvl="1"/>
            <a:r>
              <a:rPr lang="en-US" dirty="0"/>
              <a:t>Set up home 3D printer to test chassis components</a:t>
            </a:r>
          </a:p>
          <a:p>
            <a:r>
              <a:rPr b="1" dirty="0"/>
              <a:t>Progress for the week</a:t>
            </a:r>
          </a:p>
          <a:p>
            <a:pPr lvl="1"/>
            <a:r>
              <a:rPr lang="en-US" dirty="0"/>
              <a:t>Tested IMU for measurement accuracy</a:t>
            </a:r>
          </a:p>
          <a:p>
            <a:pPr lvl="1"/>
            <a:r>
              <a:rPr lang="en-US" dirty="0"/>
              <a:t>Researched Motor Controller for most optimal option</a:t>
            </a:r>
          </a:p>
          <a:p>
            <a:pPr lvl="1"/>
            <a:r>
              <a:rPr lang="en-US" dirty="0"/>
              <a:t>Drying out filament for chassis component testing</a:t>
            </a:r>
          </a:p>
          <a:p>
            <a:r>
              <a:rPr b="1" dirty="0"/>
              <a:t>Goals for next week</a:t>
            </a:r>
          </a:p>
          <a:p>
            <a:pPr lvl="1"/>
            <a:r>
              <a:rPr lang="en-US" dirty="0"/>
              <a:t>Select and </a:t>
            </a:r>
            <a:r>
              <a:rPr lang="en-US"/>
              <a:t>order Motor </a:t>
            </a:r>
            <a:r>
              <a:rPr lang="en-US" dirty="0"/>
              <a:t>Controller</a:t>
            </a:r>
          </a:p>
          <a:p>
            <a:pPr lvl="1"/>
            <a:r>
              <a:rPr lang="en-US" dirty="0"/>
              <a:t>Write code to integrate IMU onto </a:t>
            </a:r>
            <a:r>
              <a:rPr lang="en-US" dirty="0" err="1"/>
              <a:t>RaspberryPi</a:t>
            </a:r>
            <a:endParaRPr lang="en-US" dirty="0"/>
          </a:p>
          <a:p>
            <a:r>
              <a:rPr b="1" dirty="0"/>
              <a:t>Hours spent on progress</a:t>
            </a:r>
          </a:p>
          <a:p>
            <a:pPr lvl="1"/>
            <a:r>
              <a:rPr lang="en-US" dirty="0"/>
              <a:t>6</a:t>
            </a:r>
            <a:r>
              <a:rPr dirty="0"/>
              <a:t> hours.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>
            <a:extLst>
              <a:ext uri="{FF2B5EF4-FFF2-40B4-BE49-F238E27FC236}">
                <a16:creationId xmlns:a16="http://schemas.microsoft.com/office/drawing/2014/main" id="{6D259182-6FD3-6E62-0AC1-D7F9A089FC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Abigail Duran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A8531B-14FC-040D-A94D-6293C4D3F0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0298"/>
            <a:ext cx="10515600" cy="4351338"/>
          </a:xfrm>
        </p:spPr>
        <p:txBody>
          <a:bodyPr>
            <a:normAutofit fontScale="62500" lnSpcReduction="20000"/>
          </a:bodyPr>
          <a:lstStyle/>
          <a:p>
            <a:r>
              <a:rPr b="1" dirty="0"/>
              <a:t>Goals for the week</a:t>
            </a:r>
            <a:endParaRPr lang="en-US" b="1" dirty="0"/>
          </a:p>
          <a:p>
            <a:pPr lvl="1"/>
            <a:r>
              <a:rPr lang="en-US" dirty="0"/>
              <a:t>Finalize the list of PCB requirements for the stationary testing system.​</a:t>
            </a:r>
          </a:p>
          <a:p>
            <a:pPr lvl="1"/>
            <a:r>
              <a:rPr lang="en-US" dirty="0"/>
              <a:t>Determine the major components, connections, and power requirements needed for PCB design.​</a:t>
            </a:r>
          </a:p>
          <a:p>
            <a:pPr lvl="1"/>
            <a:endParaRPr lang="en-US" dirty="0"/>
          </a:p>
          <a:p>
            <a:r>
              <a:rPr b="1" dirty="0"/>
              <a:t>Progress for the week</a:t>
            </a:r>
          </a:p>
          <a:p>
            <a:pPr lvl="1"/>
            <a:r>
              <a:rPr lang="en-US" dirty="0"/>
              <a:t>Completed the first-semester schematic for stationary testing of the autonomous car system.​</a:t>
            </a:r>
          </a:p>
          <a:p>
            <a:pPr lvl="1"/>
            <a:r>
              <a:rPr lang="en-US" dirty="0"/>
              <a:t>Built and refined the schematic around the Raspberry Pi Compute Module 5.​</a:t>
            </a:r>
          </a:p>
          <a:p>
            <a:pPr lvl="1"/>
            <a:r>
              <a:rPr lang="en-US" dirty="0"/>
              <a:t>Resolved schematic/ERC issues and prepared the design for PCB development.​</a:t>
            </a:r>
          </a:p>
          <a:p>
            <a:pPr lvl="1"/>
            <a:r>
              <a:rPr lang="en-US" dirty="0"/>
              <a:t>Began hardware prototyping for the stationary testing setup.​</a:t>
            </a:r>
          </a:p>
          <a:p>
            <a:pPr lvl="1"/>
            <a:endParaRPr b="1" dirty="0"/>
          </a:p>
          <a:p>
            <a:r>
              <a:rPr b="1" dirty="0"/>
              <a:t>Goals for next week</a:t>
            </a:r>
          </a:p>
          <a:p>
            <a:pPr lvl="1"/>
            <a:r>
              <a:rPr lang="en-US" dirty="0"/>
              <a:t>Begin the PCB design and layout using the completed schematic.​</a:t>
            </a:r>
          </a:p>
          <a:p>
            <a:pPr lvl="1"/>
            <a:r>
              <a:rPr lang="en-US" dirty="0"/>
              <a:t>Start placing major components and determining board dimensions.​</a:t>
            </a:r>
          </a:p>
          <a:p>
            <a:pPr lvl="1"/>
            <a:r>
              <a:rPr lang="en-US" dirty="0"/>
              <a:t>Begin planning power and signal routing.​</a:t>
            </a:r>
          </a:p>
          <a:p>
            <a:pPr lvl="1"/>
            <a:endParaRPr b="1" dirty="0"/>
          </a:p>
          <a:p>
            <a:r>
              <a:rPr b="1" dirty="0"/>
              <a:t>Hours spent on progress</a:t>
            </a:r>
          </a:p>
          <a:p>
            <a:pPr lvl="1"/>
            <a:r>
              <a:rPr lang="en-US" dirty="0"/>
              <a:t>6 hours​</a:t>
            </a:r>
          </a:p>
          <a:p>
            <a:pPr lvl="1"/>
            <a:endParaRPr b="1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60</TotalTime>
  <Words>286</Words>
  <Application>Microsoft Office PowerPoint</Application>
  <PresentationFormat>Widescreen</PresentationFormat>
  <Paragraphs>43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Aptos</vt:lpstr>
      <vt:lpstr>Aptos Display</vt:lpstr>
      <vt:lpstr>Arial</vt:lpstr>
      <vt:lpstr>Office Theme</vt:lpstr>
      <vt:lpstr>Self Driving RC Car</vt:lpstr>
      <vt:lpstr>Ethan Wells</vt:lpstr>
      <vt:lpstr>Alexis Perez</vt:lpstr>
      <vt:lpstr>Ethan Bishop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Wells, Ethan Rhys</dc:creator>
  <cp:lastModifiedBy>Bishop, Ethan</cp:lastModifiedBy>
  <cp:revision>6</cp:revision>
  <dcterms:created xsi:type="dcterms:W3CDTF">2026-09-10T19:13:21Z</dcterms:created>
  <dcterms:modified xsi:type="dcterms:W3CDTF">2026-09-14T20:13:33Z</dcterms:modified>
</cp:coreProperties>
</file>