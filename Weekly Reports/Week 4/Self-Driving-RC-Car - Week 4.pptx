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94635"/>
  </p:normalViewPr>
  <p:slideViewPr>
    <p:cSldViewPr snapToGrid="0">
      <p:cViewPr varScale="1">
        <p:scale>
          <a:sx n="115" d="100"/>
          <a:sy n="115" d="100"/>
        </p:scale>
        <p:origin x="496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slide" Target="slides/slide2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09180D-72B0-0C13-F230-21B8B8B683D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D8C378E-EE98-1B55-9295-03ABC4ED2A2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5034A12-2077-3E3B-D583-A00728B42B8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2E6B35-DAD5-CF47-9E65-9CA12B499D8C}" type="datetimeFigureOut">
              <a:rPr lang="en-US" smtClean="0"/>
              <a:t>9/10/26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A288FBF-057B-A479-DCE6-D7ED5856274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8A7DF4C-4E4F-3108-DB8F-5ACB935DF1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CEC5D6-D82C-134B-A749-23F6FB860D6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7528703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D831FEE-5B09-2330-864B-B72607D00A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FA1C06C-00B4-D7B9-B6C6-CD771281661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A724CEA-F28D-B7D5-427E-4CC7DD62D7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2E6B35-DAD5-CF47-9E65-9CA12B499D8C}" type="datetimeFigureOut">
              <a:rPr lang="en-US" smtClean="0"/>
              <a:t>9/10/26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112C963-C98F-0C85-FBF7-13C0E6DD480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6D2F67A-B033-2932-80B2-46B71C666F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CEC5D6-D82C-134B-A749-23F6FB860D6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714570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4A5708-F22F-F62A-CF4E-F30481AE442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6D8863E-39E4-EC1A-6863-75B737CDABC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7769DE7-2497-E6E8-3696-1E2DF46D85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2E6B35-DAD5-CF47-9E65-9CA12B499D8C}" type="datetimeFigureOut">
              <a:rPr lang="en-US" smtClean="0"/>
              <a:t>9/10/26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2CC25CA-486E-0FC9-2FF8-41F8E6D7E9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B090060-0374-6222-A5F8-E52287F318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CEC5D6-D82C-134B-A749-23F6FB860D6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4703900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BB67C1-8848-A8C9-BD04-720AE50AF3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BBA6D0A-9543-76B0-4EDF-CF699CAC6EF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9C23278-5B1C-F01A-1440-2BB3B993047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A76BAE5-DDFC-22B4-A631-018AAEDE94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2E6B35-DAD5-CF47-9E65-9CA12B499D8C}" type="datetimeFigureOut">
              <a:rPr lang="en-US" smtClean="0"/>
              <a:t>9/10/26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5E3E731-B3C0-F385-A880-4D3A1002F09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2D5E8D2-CD2B-0D84-57C3-5DE99B826D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CEC5D6-D82C-134B-A749-23F6FB860D6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3766663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7A5CB7-7D54-6838-F819-23471EF57C2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5B71962-60F9-1C85-E392-990E8B225DF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5A42645-00FA-8C8D-1F86-DE7FEF8DF23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489ACA2-2971-30A3-5C79-0A10ADA8147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65A05D9-9B11-30B9-720D-2414323749E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A9DDA98A-7032-8781-9496-59CB5A784AF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2E6B35-DAD5-CF47-9E65-9CA12B499D8C}" type="datetimeFigureOut">
              <a:rPr lang="en-US" smtClean="0"/>
              <a:t>9/10/26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D63B4E98-F221-32D5-3DF0-8E8B9271CF4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0DD67C03-E36A-88DE-1B36-11E590CE50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CEC5D6-D82C-134B-A749-23F6FB860D6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9005191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EEC65C-0FDF-A6EB-A34A-C07CA3FEF0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7CAC3B4-10B3-4D7D-083F-C369B5F6CE4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2E6B35-DAD5-CF47-9E65-9CA12B499D8C}" type="datetimeFigureOut">
              <a:rPr lang="en-US" smtClean="0"/>
              <a:t>9/10/26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535C7DC-0E4D-ED75-4301-A4F622E829F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E7CEEF8-641C-A099-F5E2-34FE37B24A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CEC5D6-D82C-134B-A749-23F6FB860D6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0705447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28305337-945A-C035-FA8C-6063786DEFC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2E6B35-DAD5-CF47-9E65-9CA12B499D8C}" type="datetimeFigureOut">
              <a:rPr lang="en-US" smtClean="0"/>
              <a:t>9/10/26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F9D891C2-4E0E-CB59-3ACA-891A29BE43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FC13169-DE32-FEBA-4AA2-B660D9264D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CEC5D6-D82C-134B-A749-23F6FB860D6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9290600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4F40ED-DC71-A0CD-3F7F-C0C61AB74C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1D9BA11-C591-7871-A3DF-4AECCF06599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349603B-75B3-5707-DBA5-EF296E03094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A7EF9DA-15C7-0612-CB70-C9ED444A8A1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2E6B35-DAD5-CF47-9E65-9CA12B499D8C}" type="datetimeFigureOut">
              <a:rPr lang="en-US" smtClean="0"/>
              <a:t>9/10/26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048C89A-1BB7-8571-AF22-95B709D1FA6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4E8FA3A-AADB-3247-8AB1-AF7E2ABE5F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CEC5D6-D82C-134B-A749-23F6FB860D6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8992001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E40E19-957F-C15B-3117-98E33BB4446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1213E2E3-9E87-028C-53BB-A6C06D41AC5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4A042E9-97CD-6650-E267-BA822621321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2A342AD-80E3-360E-9C0A-4D29888A4F5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2E6B35-DAD5-CF47-9E65-9CA12B499D8C}" type="datetimeFigureOut">
              <a:rPr lang="en-US" smtClean="0"/>
              <a:t>9/10/26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D28F27E-3794-2C19-8A24-28D863A9986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2CA9699-2492-5007-F8AA-AEDC3B38E6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CEC5D6-D82C-134B-A749-23F6FB860D6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700490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EEF108-774B-2270-38D4-FEB1AA7D8A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075393D-D63A-5579-E9F6-A7F2F6F1AFA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5997CB4-8585-781D-CA8D-7C4BFF812A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2E6B35-DAD5-CF47-9E65-9CA12B499D8C}" type="datetimeFigureOut">
              <a:rPr lang="en-US" smtClean="0"/>
              <a:t>9/10/26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4D26CC0-6992-B8E7-EB13-34FFE859B5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0DC3D64-9378-E592-75CF-038E7F6035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CEC5D6-D82C-134B-A749-23F6FB860D6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9486488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F9952345-DBD5-1365-F4D0-09BA808C447B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F75E6CC-A3E9-A10D-7AC5-BF3FE04A273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9036B43-1715-D9A2-2B60-4BBBB253A9A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2E6B35-DAD5-CF47-9E65-9CA12B499D8C}" type="datetimeFigureOut">
              <a:rPr lang="en-US" smtClean="0"/>
              <a:t>9/10/26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0409F1F-EDBD-85FC-8E98-B7DEB8A62C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99B9C90-2A51-AFA6-3CF2-A8EC2C06B0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CEC5D6-D82C-134B-A749-23F6FB860D6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7567398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CC9D4BC-FC6E-7B20-4BC5-6311FED939A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4DD281F-9F8E-740C-3B8A-60C59CFCEDC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91D0AEE-BF8C-D1EF-A2A9-3EFCEADF80D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52E6B35-DAD5-CF47-9E65-9CA12B499D8C}" type="datetimeFigureOut">
              <a:rPr lang="en-US" smtClean="0"/>
              <a:t>9/10/26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BF3CC73-6335-926B-4C9E-B65D5ECB117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9F751B3-DB78-34D0-A11A-FC441B1B367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0CEC5D6-D82C-134B-A749-23F6FB860D6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424587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721F44-0F89-2513-F790-DC10E5539FBA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Self Driving RC Car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3C58BE3-2195-6F0C-E9CC-BEDF5180D12A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Ethan Wells</a:t>
            </a:r>
          </a:p>
          <a:p>
            <a:r>
              <a:rPr lang="en-US" dirty="0"/>
              <a:t>Abigail Duran</a:t>
            </a:r>
          </a:p>
          <a:p>
            <a:r>
              <a:rPr lang="en-US" dirty="0"/>
              <a:t>Ethan Bishop</a:t>
            </a:r>
          </a:p>
          <a:p>
            <a:r>
              <a:rPr lang="en-US" dirty="0"/>
              <a:t>Alexis Perez</a:t>
            </a:r>
          </a:p>
        </p:txBody>
      </p:sp>
    </p:spTree>
    <p:extLst>
      <p:ext uri="{BB962C8B-B14F-4D97-AF65-F5344CB8AC3E}">
        <p14:creationId xmlns:p14="http://schemas.microsoft.com/office/powerpoint/2010/main" val="208700290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259182-6FD3-6E62-0AC1-D7F9A089FC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Ethan Wells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7A8531B-14FC-040D-A94D-6293C4D3F00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4354962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14</Words>
  <Application>Microsoft Macintosh PowerPoint</Application>
  <PresentationFormat>Widescreen</PresentationFormat>
  <Paragraphs>6</Paragraphs>
  <Slides>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6" baseType="lpstr">
      <vt:lpstr>Aptos</vt:lpstr>
      <vt:lpstr>Aptos Display</vt:lpstr>
      <vt:lpstr>Arial</vt:lpstr>
      <vt:lpstr>Office Theme</vt:lpstr>
      <vt:lpstr>Self Driving RC Car</vt:lpstr>
      <vt:lpstr>Ethan Wells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Wells, Ethan Rhys</dc:creator>
  <cp:lastModifiedBy>Wells, Ethan Rhys</cp:lastModifiedBy>
  <cp:revision>2</cp:revision>
  <dcterms:created xsi:type="dcterms:W3CDTF">2026-09-10T19:13:21Z</dcterms:created>
  <dcterms:modified xsi:type="dcterms:W3CDTF">2026-09-10T19:15:26Z</dcterms:modified>
</cp:coreProperties>
</file>