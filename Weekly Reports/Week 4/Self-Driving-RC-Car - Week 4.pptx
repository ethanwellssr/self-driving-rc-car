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180D-72B0-0C13-F230-21B8B8B68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378E-EE98-1B55-9295-03ABC4ED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4A12-2077-3E3B-D583-A00728B4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8FBF-057B-A479-DCE6-D7ED5856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DF4C-4E4F-3108-DB8F-5ACB935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1FEE-5B09-2330-864B-B72607D0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C06C-00B4-D7B9-B6C6-CD771281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4CEA-F28D-B7D5-427E-4CC7DD62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2C963-C98F-0C85-FBF7-13C0E6DD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F67A-B033-2932-80B2-46B71C6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5708-F22F-F62A-CF4E-F30481AE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8863E-39E4-EC1A-6863-75B737CD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69DE7-2497-E6E8-3696-1E2DF46D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25CA-486E-0FC9-2FF8-41F8E6D7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0060-0374-6222-A5F8-E52287F3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3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67C1-8848-A8C9-BD04-720AE50A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6D0A-9543-76B0-4EDF-CF699CAC6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23278-5B1C-F01A-1440-2BB3B993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BAE5-DDFC-22B4-A631-018AAEDE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E731-B3C0-F385-A880-4D3A1002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E8D2-CD2B-0D84-57C3-5DE99B82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5CB7-7D54-6838-F819-23471EF5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1962-60F9-1C85-E392-990E8B2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42645-00FA-8C8D-1F86-DE7FEF8DF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9ACA2-2971-30A3-5C79-0A10ADA81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A05D9-9B11-30B9-720D-241432374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DA98A-7032-8781-9496-59CB5A7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B4E98-F221-32D5-3DF0-8E8B9271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67C03-E36A-88DE-1B36-11E590CE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5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C65C-0FDF-A6EB-A34A-C07CA3FE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AC3B4-10B3-4D7D-083F-C369B5F6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5C7DC-0E4D-ED75-4301-A4F622E8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EEF8-641C-A099-F5E2-34FE37B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5337-945A-C035-FA8C-6063786D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891C2-4E0E-CB59-3ACA-891A29B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13169-DE32-FEBA-4AA2-B660D926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40ED-DC71-A0CD-3F7F-C0C61AB7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BA11-C591-7871-A3DF-4AECCF06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603B-75B3-5707-DBA5-EF296E030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F9DA-15C7-0612-CB70-C9ED444A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8C89A-1BB7-8571-AF22-95B709D1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FA3A-AADB-3247-8AB1-AF7E2AB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0E19-957F-C15B-3117-98E33BB4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E2E3-9E87-028C-53BB-A6C06D41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042E9-97CD-6650-E267-BA8226213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342AD-80E3-360E-9C0A-4D29888A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8F27E-3794-2C19-8A24-28D863A9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9699-2492-5007-F8AA-AEDC3B38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F108-774B-2270-38D4-FEB1AA7D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5393D-D63A-5579-E9F6-A7F2F6F1A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7CB4-8585-781D-CA8D-7C4BFF81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6CC0-6992-B8E7-EB13-34FFE85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3D64-9378-E592-75CF-038E7F60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52345-DBD5-1365-F4D0-09BA808C4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5E6CC-A3E9-A10D-7AC5-BF3FE04A2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6B43-1715-D9A2-2B60-4BBBB25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9F1F-EDBD-85FC-8E98-B7DEB8A6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9C90-2A51-AFA6-3CF2-A8EC2C06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3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9D4BC-FC6E-7B20-4BC5-6311FED9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D281F-9F8E-740C-3B8A-60C59CFC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D0AEE-BF8C-D1EF-A2A9-3EFCEADF8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CC73-6335-926B-4C9E-B65D5ECB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51B3-DB78-34D0-A11A-FC441B1B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A721F44-0F89-2513-F790-DC10E5539F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Self Driving RC Car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58BE3-2195-6F0C-E9CC-BEDF5180D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Ethan Wells</a:t>
            </a:r>
          </a:p>
          <a:p>
            <a:r>
              <a:rPr lang="en-US" dirty="0"/>
              <a:t>Abigail Duran</a:t>
            </a:r>
          </a:p>
          <a:p>
            <a:r>
              <a:rPr lang="en-US" dirty="0"/>
              <a:t>Ethan Bishop</a:t>
            </a:r>
          </a:p>
          <a:p>
            <a:r>
              <a:rPr lang="en-US" dirty="0"/>
              <a:t>Alexis Perez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D259182-6FD3-6E62-0AC1-D7F9A089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Ethan Wells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531B-14FC-040D-A94D-6293C4D3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b="1" dirty="0"/>
              <a:t>Goals for the week</a:t>
            </a:r>
            <a:endParaRPr lang="en-US" dirty="0"/>
          </a:p>
          <a:p>
            <a:pPr lvl="1"/>
            <a:r>
              <a:rPr dirty="0"/>
              <a:t>Train the traffic-sign model in TensorFlow on the German dataset (GTSRB) and push the training code to the repo.</a:t>
            </a:r>
          </a:p>
          <a:p>
            <a:r>
              <a:rPr b="1" dirty="0"/>
              <a:t>Progress for the week</a:t>
            </a:r>
          </a:p>
          <a:p>
            <a:pPr lvl="1"/>
            <a:r>
              <a:rPr dirty="0"/>
              <a:t>Trained a CNN on GTSRB, reaching ~95% validation accuracy.</a:t>
            </a:r>
          </a:p>
          <a:p>
            <a:pPr lvl="1"/>
            <a:r>
              <a:rPr dirty="0"/>
              <a:t>Committed the trained model (</a:t>
            </a:r>
            <a:r>
              <a:rPr dirty="0" err="1"/>
              <a:t>gtsrb_model.keras</a:t>
            </a:r>
            <a:r>
              <a:rPr dirty="0"/>
              <a:t>) and the training script (training.py).</a:t>
            </a:r>
          </a:p>
          <a:p>
            <a:pPr lvl="1"/>
            <a:r>
              <a:rPr dirty="0"/>
              <a:t>Set up a Python 3.12 environment (TensorFlow has no wheels for 3.13/3.14 yet).</a:t>
            </a:r>
          </a:p>
          <a:p>
            <a:pPr lvl="1"/>
            <a:r>
              <a:rPr dirty="0"/>
              <a:t>Ordered the CR2032 RTC battery and the KIOXIA 128 GB </a:t>
            </a:r>
            <a:r>
              <a:rPr dirty="0" err="1"/>
              <a:t>NVMe</a:t>
            </a:r>
            <a:r>
              <a:rPr dirty="0"/>
              <a:t> boot SSD, plus the USB </a:t>
            </a:r>
            <a:r>
              <a:rPr dirty="0" err="1"/>
              <a:t>NVMe</a:t>
            </a:r>
            <a:r>
              <a:rPr dirty="0"/>
              <a:t> enclosure to flash it — the enclosure has arrived; the SSD and battery are still in transit.</a:t>
            </a:r>
          </a:p>
          <a:p>
            <a:r>
              <a:rPr b="1" dirty="0"/>
              <a:t>Goals for next week</a:t>
            </a:r>
          </a:p>
          <a:p>
            <a:pPr lvl="1"/>
            <a:r>
              <a:rPr dirty="0"/>
              <a:t>Prepare the LISA dataset (US traffic signs) for training.</a:t>
            </a:r>
          </a:p>
          <a:p>
            <a:pPr lvl="1"/>
            <a:r>
              <a:rPr dirty="0"/>
              <a:t>Test the trained German-sign (GTSRB) model.</a:t>
            </a:r>
          </a:p>
          <a:p>
            <a:r>
              <a:rPr b="1" dirty="0"/>
              <a:t>Hours spent on progress</a:t>
            </a:r>
          </a:p>
          <a:p>
            <a:pPr lvl="1"/>
            <a:r>
              <a:rPr dirty="0"/>
              <a:t>7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30AEBF44-7FD5-A705-80AC-D5F6B809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Alexis Perez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BF837-7A7D-A6A3-574B-020760331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Goals for the week</a:t>
            </a:r>
          </a:p>
          <a:p>
            <a:pPr lvl="1"/>
            <a:r>
              <a:rPr lang="en-US" dirty="0"/>
              <a:t>Test Ultrasonic Sensor for Distance, Accuracy, and operational range</a:t>
            </a:r>
          </a:p>
          <a:p>
            <a:pPr lvl="1"/>
            <a:r>
              <a:rPr lang="en-US" dirty="0"/>
              <a:t>Research Motor options for Vehicle</a:t>
            </a:r>
          </a:p>
          <a:p>
            <a:r>
              <a:rPr lang="en-US" b="1" dirty="0"/>
              <a:t>Progress for the week</a:t>
            </a:r>
          </a:p>
          <a:p>
            <a:pPr lvl="1"/>
            <a:r>
              <a:rPr lang="en-US" dirty="0"/>
              <a:t>Tested Ultrasonic Sensor’s distance readings and measurement accuracy</a:t>
            </a:r>
          </a:p>
          <a:p>
            <a:pPr lvl="1"/>
            <a:r>
              <a:rPr lang="en-US" dirty="0"/>
              <a:t>Researched motors for most optimal option for  vehicle</a:t>
            </a:r>
          </a:p>
          <a:p>
            <a:r>
              <a:rPr lang="en-US" b="1" dirty="0"/>
              <a:t>Goals for next week</a:t>
            </a:r>
          </a:p>
          <a:p>
            <a:pPr lvl="1"/>
            <a:r>
              <a:rPr lang="en-US" dirty="0"/>
              <a:t>Select and Order motors</a:t>
            </a:r>
          </a:p>
          <a:p>
            <a:pPr lvl="1"/>
            <a:r>
              <a:rPr lang="en-US" dirty="0"/>
              <a:t>Write code to integrate Ultrasonic Sensor onto </a:t>
            </a:r>
            <a:r>
              <a:rPr lang="en-US" dirty="0" err="1"/>
              <a:t>RaspberryPi</a:t>
            </a:r>
            <a:endParaRPr lang="en-US" dirty="0"/>
          </a:p>
          <a:p>
            <a:r>
              <a:rPr lang="en-US" b="1" dirty="0"/>
              <a:t>Hours spent on progress</a:t>
            </a:r>
          </a:p>
          <a:p>
            <a:pPr lvl="1"/>
            <a:r>
              <a:rPr lang="en-US" dirty="0"/>
              <a:t>6 hours.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424A086-AE83-6431-D3A6-AD69F5E4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Ethan Bishop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E5BE-C8C4-DF75-0622-176771985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299294"/>
          </a:xfrm>
        </p:spPr>
        <p:txBody>
          <a:bodyPr>
            <a:normAutofit fontScale="92500" lnSpcReduction="20000"/>
          </a:bodyPr>
          <a:lstStyle/>
          <a:p>
            <a:r>
              <a:rPr b="1" dirty="0"/>
              <a:t>Goals for the week</a:t>
            </a:r>
            <a:endParaRPr lang="en-US" dirty="0"/>
          </a:p>
          <a:p>
            <a:pPr lvl="1"/>
            <a:r>
              <a:rPr lang="en-US" dirty="0"/>
              <a:t>Test IMU for Accuracy</a:t>
            </a:r>
          </a:p>
          <a:p>
            <a:pPr lvl="1"/>
            <a:r>
              <a:rPr lang="en-US" dirty="0"/>
              <a:t>Research Motor Controller options</a:t>
            </a:r>
          </a:p>
          <a:p>
            <a:pPr lvl="1"/>
            <a:r>
              <a:rPr lang="en-US" dirty="0"/>
              <a:t>Set up home 3D printer to test chassis components</a:t>
            </a:r>
          </a:p>
          <a:p>
            <a:r>
              <a:rPr b="1" dirty="0"/>
              <a:t>Progress for the week</a:t>
            </a:r>
          </a:p>
          <a:p>
            <a:pPr lvl="1"/>
            <a:r>
              <a:rPr lang="en-US" dirty="0"/>
              <a:t>Tested IMU for measurement accuracy</a:t>
            </a:r>
          </a:p>
          <a:p>
            <a:pPr lvl="1"/>
            <a:r>
              <a:rPr lang="en-US" dirty="0"/>
              <a:t>Researched Motor Controller for most optimal option</a:t>
            </a:r>
          </a:p>
          <a:p>
            <a:pPr lvl="1"/>
            <a:r>
              <a:rPr lang="en-US" dirty="0"/>
              <a:t>Drying out filament for chassis component testing</a:t>
            </a:r>
          </a:p>
          <a:p>
            <a:r>
              <a:rPr b="1" dirty="0"/>
              <a:t>Goals for next week</a:t>
            </a:r>
          </a:p>
          <a:p>
            <a:pPr lvl="1"/>
            <a:r>
              <a:rPr lang="en-US" dirty="0"/>
              <a:t>Select and </a:t>
            </a:r>
            <a:r>
              <a:rPr lang="en-US"/>
              <a:t>order Motor </a:t>
            </a:r>
            <a:r>
              <a:rPr lang="en-US" dirty="0"/>
              <a:t>Controller</a:t>
            </a:r>
          </a:p>
          <a:p>
            <a:pPr lvl="1"/>
            <a:r>
              <a:rPr lang="en-US" dirty="0"/>
              <a:t>Write code to integrate IMU onto </a:t>
            </a:r>
            <a:r>
              <a:rPr lang="en-US" dirty="0" err="1"/>
              <a:t>RaspberryPi</a:t>
            </a:r>
            <a:endParaRPr lang="en-US" dirty="0"/>
          </a:p>
          <a:p>
            <a:r>
              <a:rPr b="1" dirty="0"/>
              <a:t>Hours spent on progress</a:t>
            </a:r>
          </a:p>
          <a:p>
            <a:pPr lvl="1"/>
            <a:r>
              <a:rPr lang="en-US" dirty="0"/>
              <a:t>6</a:t>
            </a:r>
            <a:r>
              <a:rPr dirty="0"/>
              <a:t>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D259182-6FD3-6E62-0AC1-D7F9A089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Abigail Duran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531B-14FC-040D-A94D-6293C4D3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b="1" dirty="0"/>
              <a:t>Goals for the week</a:t>
            </a:r>
            <a:endParaRPr lang="en-US" b="1" dirty="0"/>
          </a:p>
          <a:p>
            <a:pPr lvl="1"/>
            <a:r>
              <a:rPr lang="en-US" dirty="0"/>
              <a:t>Finalize the list of PCB requirements for the stationary testing system.​</a:t>
            </a:r>
          </a:p>
          <a:p>
            <a:pPr lvl="1"/>
            <a:r>
              <a:rPr lang="en-US" dirty="0"/>
              <a:t>Determine the major components, connections, and power requirements needed for PCB design.​</a:t>
            </a:r>
          </a:p>
          <a:p>
            <a:pPr lvl="1"/>
            <a:endParaRPr lang="en-US" dirty="0"/>
          </a:p>
          <a:p>
            <a:r>
              <a:rPr b="1" dirty="0"/>
              <a:t>Progress for the week</a:t>
            </a:r>
          </a:p>
          <a:p>
            <a:pPr lvl="1"/>
            <a:r>
              <a:rPr lang="en-US" dirty="0"/>
              <a:t>Completed the first-semester schematic for stationary testing of the autonomous car system.​</a:t>
            </a:r>
          </a:p>
          <a:p>
            <a:pPr lvl="1"/>
            <a:r>
              <a:rPr lang="en-US" dirty="0"/>
              <a:t>Built and refined the schematic around the Raspberry Pi Compute Module 5.​</a:t>
            </a:r>
          </a:p>
          <a:p>
            <a:pPr lvl="1"/>
            <a:r>
              <a:rPr lang="en-US" dirty="0"/>
              <a:t>Resolved schematic/ERC issues and prepared the design for PCB development.​</a:t>
            </a:r>
          </a:p>
          <a:p>
            <a:pPr lvl="1"/>
            <a:r>
              <a:rPr lang="en-US" dirty="0"/>
              <a:t>Began hardware prototyping for the stationary testing setup.​</a:t>
            </a:r>
          </a:p>
          <a:p>
            <a:pPr lvl="1"/>
            <a:endParaRPr b="1" dirty="0"/>
          </a:p>
          <a:p>
            <a:r>
              <a:rPr b="1" dirty="0"/>
              <a:t>Goals for next week</a:t>
            </a:r>
          </a:p>
          <a:p>
            <a:pPr lvl="1"/>
            <a:r>
              <a:rPr lang="en-US" dirty="0"/>
              <a:t>Begin the PCB design and layout using the completed schematic.​</a:t>
            </a:r>
          </a:p>
          <a:p>
            <a:pPr lvl="1"/>
            <a:r>
              <a:rPr lang="en-US" dirty="0"/>
              <a:t>Start placing major components and determining board dimensions.​</a:t>
            </a:r>
          </a:p>
          <a:p>
            <a:pPr lvl="1"/>
            <a:r>
              <a:rPr lang="en-US" dirty="0"/>
              <a:t>Begin planning power and signal routing.​</a:t>
            </a:r>
          </a:p>
          <a:p>
            <a:pPr lvl="1"/>
            <a:endParaRPr b="1" dirty="0"/>
          </a:p>
          <a:p>
            <a:r>
              <a:rPr b="1" dirty="0"/>
              <a:t>Hours spent on progress</a:t>
            </a:r>
          </a:p>
          <a:p>
            <a:pPr lvl="1"/>
            <a:r>
              <a:rPr lang="en-US" dirty="0"/>
              <a:t>6 hours​</a:t>
            </a:r>
          </a:p>
          <a:p>
            <a:pPr lvl="1"/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286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Self Driving RC Car</vt:lpstr>
      <vt:lpstr>Ethan Wells</vt:lpstr>
      <vt:lpstr>Alexis Perez</vt:lpstr>
      <vt:lpstr>Ethan Bishop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Wells, Ethan Rhys</dc:creator>
  <cp:lastModifiedBy>Bishop, Ethan</cp:lastModifiedBy>
  <cp:revision>6</cp:revision>
  <dcterms:created xsi:type="dcterms:W3CDTF">2026-09-10T19:13:21Z</dcterms:created>
  <dcterms:modified xsi:type="dcterms:W3CDTF">2026-09-14T20:13:33Z</dcterms:modified>
</cp:coreProperties>
</file>